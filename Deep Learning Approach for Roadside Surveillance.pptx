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B99B"/>
    <a:srgbClr val="84AF9B"/>
    <a:srgbClr val="66FFCC"/>
    <a:srgbClr val="FACDB0"/>
    <a:srgbClr val="660066"/>
    <a:srgbClr val="FF00FF"/>
    <a:srgbClr val="FFFFFF"/>
    <a:srgbClr val="39B97F"/>
    <a:srgbClr val="00CC99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397" y="-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8C8F21-A087-4F08-8411-3950EE1080D4}" type="doc">
      <dgm:prSet loTypeId="urn:microsoft.com/office/officeart/2005/8/layout/hierarchy3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7FDFC471-D26A-4882-8E9C-0D50868A01E2}">
      <dgm:prSet custT="1"/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‘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TrafficNet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’ Dataset from Kaggle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B49DFF-64A6-4B7A-8049-279BC0E432D8}" type="parTrans" cxnId="{FCE873C8-B097-4F0D-8287-F543188E3E14}">
      <dgm:prSet/>
      <dgm:spPr/>
      <dgm:t>
        <a:bodyPr/>
        <a:lstStyle/>
        <a:p>
          <a:endParaRPr lang="en-IN"/>
        </a:p>
      </dgm:t>
    </dgm:pt>
    <dgm:pt modelId="{515AEE61-C6E7-4BC0-9119-D7633E34797C}" type="sibTrans" cxnId="{FCE873C8-B097-4F0D-8287-F543188E3E14}">
      <dgm:prSet/>
      <dgm:spPr/>
      <dgm:t>
        <a:bodyPr/>
        <a:lstStyle/>
        <a:p>
          <a:endParaRPr lang="en-IN"/>
        </a:p>
      </dgm:t>
    </dgm:pt>
    <dgm:pt modelId="{1736423A-E115-4B32-8E2A-AC13DAF288D7}">
      <dgm:prSet custT="1"/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Consists of a total of 3600 training images &amp; a total of 800 validation images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F18C3B-C826-4519-9933-1C5B4DA59D43}" type="parTrans" cxnId="{1EAFA02E-926E-446F-8A1D-5A74B1926350}">
      <dgm:prSet/>
      <dgm:spPr/>
      <dgm:t>
        <a:bodyPr/>
        <a:lstStyle/>
        <a:p>
          <a:endParaRPr lang="en-IN"/>
        </a:p>
      </dgm:t>
    </dgm:pt>
    <dgm:pt modelId="{28794986-E65E-4A91-9881-2A6532B457C9}" type="sibTrans" cxnId="{1EAFA02E-926E-446F-8A1D-5A74B1926350}">
      <dgm:prSet/>
      <dgm:spPr/>
      <dgm:t>
        <a:bodyPr/>
        <a:lstStyle/>
        <a:p>
          <a:endParaRPr lang="en-IN"/>
        </a:p>
      </dgm:t>
    </dgm:pt>
    <dgm:pt modelId="{D14C98F5-8E42-49C2-9464-0952627F129C}">
      <dgm:prSet custT="1"/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Labels used in the database- ‘accident’, ‘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dense_traffic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’, ‘fire’, ‘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sparse_traffic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’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68E28F-B1A5-4C43-9BF5-CADDAD667468}" type="parTrans" cxnId="{5D82273C-ACE0-4178-8842-A6C168EA7213}">
      <dgm:prSet/>
      <dgm:spPr/>
      <dgm:t>
        <a:bodyPr/>
        <a:lstStyle/>
        <a:p>
          <a:endParaRPr lang="en-IN"/>
        </a:p>
      </dgm:t>
    </dgm:pt>
    <dgm:pt modelId="{889B568F-46EB-468D-A7D1-A090B75AF122}" type="sibTrans" cxnId="{5D82273C-ACE0-4178-8842-A6C168EA7213}">
      <dgm:prSet/>
      <dgm:spPr/>
      <dgm:t>
        <a:bodyPr/>
        <a:lstStyle/>
        <a:p>
          <a:endParaRPr lang="en-IN"/>
        </a:p>
      </dgm:t>
    </dgm:pt>
    <dgm:pt modelId="{2B99398F-77BA-4147-A2B3-4465C250A527}">
      <dgm:prSet custT="1"/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Each label had equal number of images for training &amp; testing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2A4607-1436-4EF6-AB7A-F4EF47F3F324}" type="parTrans" cxnId="{D694C7C4-BE9E-4EBA-85CC-B1A35C4E01FB}">
      <dgm:prSet/>
      <dgm:spPr/>
      <dgm:t>
        <a:bodyPr/>
        <a:lstStyle/>
        <a:p>
          <a:endParaRPr lang="en-IN"/>
        </a:p>
      </dgm:t>
    </dgm:pt>
    <dgm:pt modelId="{BFDB74C8-8FA5-4726-93B5-2E12CF550495}" type="sibTrans" cxnId="{D694C7C4-BE9E-4EBA-85CC-B1A35C4E01FB}">
      <dgm:prSet/>
      <dgm:spPr/>
      <dgm:t>
        <a:bodyPr/>
        <a:lstStyle/>
        <a:p>
          <a:endParaRPr lang="en-IN"/>
        </a:p>
      </dgm:t>
    </dgm:pt>
    <dgm:pt modelId="{3808830A-64B0-43AC-9EC1-33E5ABD8747F}" type="pres">
      <dgm:prSet presAssocID="{A98C8F21-A087-4F08-8411-3950EE1080D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C802FAF-EEFE-47FC-BE87-5C535C31E4E5}" type="pres">
      <dgm:prSet presAssocID="{7FDFC471-D26A-4882-8E9C-0D50868A01E2}" presName="root" presStyleCnt="0"/>
      <dgm:spPr/>
    </dgm:pt>
    <dgm:pt modelId="{1E084AAD-D574-4C68-BABA-385E883EDBA2}" type="pres">
      <dgm:prSet presAssocID="{7FDFC471-D26A-4882-8E9C-0D50868A01E2}" presName="rootComposite" presStyleCnt="0"/>
      <dgm:spPr/>
    </dgm:pt>
    <dgm:pt modelId="{6EDD2DFF-6681-4F71-94BF-215F89458C77}" type="pres">
      <dgm:prSet presAssocID="{7FDFC471-D26A-4882-8E9C-0D50868A01E2}" presName="rootText" presStyleLbl="node1" presStyleIdx="0" presStyleCnt="4"/>
      <dgm:spPr/>
    </dgm:pt>
    <dgm:pt modelId="{4894B6B3-E14F-4B1D-9089-29BF728E37A3}" type="pres">
      <dgm:prSet presAssocID="{7FDFC471-D26A-4882-8E9C-0D50868A01E2}" presName="rootConnector" presStyleLbl="node1" presStyleIdx="0" presStyleCnt="4"/>
      <dgm:spPr/>
    </dgm:pt>
    <dgm:pt modelId="{217C6A8D-C229-4CCC-82A1-43F9739776C6}" type="pres">
      <dgm:prSet presAssocID="{7FDFC471-D26A-4882-8E9C-0D50868A01E2}" presName="childShape" presStyleCnt="0"/>
      <dgm:spPr/>
    </dgm:pt>
    <dgm:pt modelId="{DB81FEA8-EE55-433D-9571-8E2028A5A592}" type="pres">
      <dgm:prSet presAssocID="{1736423A-E115-4B32-8E2A-AC13DAF288D7}" presName="root" presStyleCnt="0"/>
      <dgm:spPr/>
    </dgm:pt>
    <dgm:pt modelId="{4D382CC4-726B-4D6D-8328-80EFC3340141}" type="pres">
      <dgm:prSet presAssocID="{1736423A-E115-4B32-8E2A-AC13DAF288D7}" presName="rootComposite" presStyleCnt="0"/>
      <dgm:spPr/>
    </dgm:pt>
    <dgm:pt modelId="{BE382032-5282-4585-A4C6-C2B794BC3694}" type="pres">
      <dgm:prSet presAssocID="{1736423A-E115-4B32-8E2A-AC13DAF288D7}" presName="rootText" presStyleLbl="node1" presStyleIdx="1" presStyleCnt="4" custScaleX="115867" custScaleY="166077"/>
      <dgm:spPr/>
    </dgm:pt>
    <dgm:pt modelId="{8D8E3C27-524E-4435-9DE8-CB3B35B60D4B}" type="pres">
      <dgm:prSet presAssocID="{1736423A-E115-4B32-8E2A-AC13DAF288D7}" presName="rootConnector" presStyleLbl="node1" presStyleIdx="1" presStyleCnt="4"/>
      <dgm:spPr/>
    </dgm:pt>
    <dgm:pt modelId="{E87870F4-CA0E-48CF-96A8-D969C3F84000}" type="pres">
      <dgm:prSet presAssocID="{1736423A-E115-4B32-8E2A-AC13DAF288D7}" presName="childShape" presStyleCnt="0"/>
      <dgm:spPr/>
    </dgm:pt>
    <dgm:pt modelId="{08C44844-1F07-441D-800D-40946D336124}" type="pres">
      <dgm:prSet presAssocID="{D14C98F5-8E42-49C2-9464-0952627F129C}" presName="root" presStyleCnt="0"/>
      <dgm:spPr/>
    </dgm:pt>
    <dgm:pt modelId="{C9BFC106-80A0-40A7-A0D2-1BA3BB1F43A2}" type="pres">
      <dgm:prSet presAssocID="{D14C98F5-8E42-49C2-9464-0952627F129C}" presName="rootComposite" presStyleCnt="0"/>
      <dgm:spPr/>
    </dgm:pt>
    <dgm:pt modelId="{FAEAFCB0-2044-4608-8F91-96C9AED27E34}" type="pres">
      <dgm:prSet presAssocID="{D14C98F5-8E42-49C2-9464-0952627F129C}" presName="rootText" presStyleLbl="node1" presStyleIdx="2" presStyleCnt="4" custScaleX="113658" custScaleY="177207"/>
      <dgm:spPr/>
    </dgm:pt>
    <dgm:pt modelId="{3FD0F046-5BFC-48C5-90B4-7AD382878127}" type="pres">
      <dgm:prSet presAssocID="{D14C98F5-8E42-49C2-9464-0952627F129C}" presName="rootConnector" presStyleLbl="node1" presStyleIdx="2" presStyleCnt="4"/>
      <dgm:spPr/>
    </dgm:pt>
    <dgm:pt modelId="{0E4559E7-55B7-480C-B182-1103DDE7B8A5}" type="pres">
      <dgm:prSet presAssocID="{D14C98F5-8E42-49C2-9464-0952627F129C}" presName="childShape" presStyleCnt="0"/>
      <dgm:spPr/>
    </dgm:pt>
    <dgm:pt modelId="{15F4E731-893F-40A1-AD01-66B12AAB908B}" type="pres">
      <dgm:prSet presAssocID="{2B99398F-77BA-4147-A2B3-4465C250A527}" presName="root" presStyleCnt="0"/>
      <dgm:spPr/>
    </dgm:pt>
    <dgm:pt modelId="{AA38E1CD-AD54-403A-A650-A78D3A6F5658}" type="pres">
      <dgm:prSet presAssocID="{2B99398F-77BA-4147-A2B3-4465C250A527}" presName="rootComposite" presStyleCnt="0"/>
      <dgm:spPr/>
    </dgm:pt>
    <dgm:pt modelId="{DC3B9B50-04F5-4E6D-A718-AD45FE739FB4}" type="pres">
      <dgm:prSet presAssocID="{2B99398F-77BA-4147-A2B3-4465C250A527}" presName="rootText" presStyleLbl="node1" presStyleIdx="3" presStyleCnt="4" custScaleX="102545" custScaleY="146203"/>
      <dgm:spPr/>
    </dgm:pt>
    <dgm:pt modelId="{12746693-91F0-47EF-9F57-F477502D427F}" type="pres">
      <dgm:prSet presAssocID="{2B99398F-77BA-4147-A2B3-4465C250A527}" presName="rootConnector" presStyleLbl="node1" presStyleIdx="3" presStyleCnt="4"/>
      <dgm:spPr/>
    </dgm:pt>
    <dgm:pt modelId="{FC713156-3DC4-4054-854D-53AFDF6D5D28}" type="pres">
      <dgm:prSet presAssocID="{2B99398F-77BA-4147-A2B3-4465C250A527}" presName="childShape" presStyleCnt="0"/>
      <dgm:spPr/>
    </dgm:pt>
  </dgm:ptLst>
  <dgm:cxnLst>
    <dgm:cxn modelId="{1FA99613-052C-4EBF-8243-635999F59E6D}" type="presOf" srcId="{1736423A-E115-4B32-8E2A-AC13DAF288D7}" destId="{BE382032-5282-4585-A4C6-C2B794BC3694}" srcOrd="0" destOrd="0" presId="urn:microsoft.com/office/officeart/2005/8/layout/hierarchy3"/>
    <dgm:cxn modelId="{1EAFA02E-926E-446F-8A1D-5A74B1926350}" srcId="{A98C8F21-A087-4F08-8411-3950EE1080D4}" destId="{1736423A-E115-4B32-8E2A-AC13DAF288D7}" srcOrd="1" destOrd="0" parTransId="{21F18C3B-C826-4519-9933-1C5B4DA59D43}" sibTransId="{28794986-E65E-4A91-9881-2A6532B457C9}"/>
    <dgm:cxn modelId="{5D82273C-ACE0-4178-8842-A6C168EA7213}" srcId="{A98C8F21-A087-4F08-8411-3950EE1080D4}" destId="{D14C98F5-8E42-49C2-9464-0952627F129C}" srcOrd="2" destOrd="0" parTransId="{6568E28F-B1A5-4C43-9BF5-CADDAD667468}" sibTransId="{889B568F-46EB-468D-A7D1-A090B75AF122}"/>
    <dgm:cxn modelId="{8B5CF74C-8762-4A36-ABC8-57E9CEFC8BFD}" type="presOf" srcId="{7FDFC471-D26A-4882-8E9C-0D50868A01E2}" destId="{4894B6B3-E14F-4B1D-9089-29BF728E37A3}" srcOrd="1" destOrd="0" presId="urn:microsoft.com/office/officeart/2005/8/layout/hierarchy3"/>
    <dgm:cxn modelId="{1F03195A-AE6E-48D0-BE77-DA2451F8D46F}" type="presOf" srcId="{2B99398F-77BA-4147-A2B3-4465C250A527}" destId="{DC3B9B50-04F5-4E6D-A718-AD45FE739FB4}" srcOrd="0" destOrd="0" presId="urn:microsoft.com/office/officeart/2005/8/layout/hierarchy3"/>
    <dgm:cxn modelId="{2D6DC198-0B66-4672-87FB-5BFAD66FF2EC}" type="presOf" srcId="{D14C98F5-8E42-49C2-9464-0952627F129C}" destId="{FAEAFCB0-2044-4608-8F91-96C9AED27E34}" srcOrd="0" destOrd="0" presId="urn:microsoft.com/office/officeart/2005/8/layout/hierarchy3"/>
    <dgm:cxn modelId="{24C216AC-BB45-43F1-8624-2E76E1B6C407}" type="presOf" srcId="{A98C8F21-A087-4F08-8411-3950EE1080D4}" destId="{3808830A-64B0-43AC-9EC1-33E5ABD8747F}" srcOrd="0" destOrd="0" presId="urn:microsoft.com/office/officeart/2005/8/layout/hierarchy3"/>
    <dgm:cxn modelId="{C0FF53B2-0036-46E1-92E7-CEA045BC1B6A}" type="presOf" srcId="{1736423A-E115-4B32-8E2A-AC13DAF288D7}" destId="{8D8E3C27-524E-4435-9DE8-CB3B35B60D4B}" srcOrd="1" destOrd="0" presId="urn:microsoft.com/office/officeart/2005/8/layout/hierarchy3"/>
    <dgm:cxn modelId="{D694C7C4-BE9E-4EBA-85CC-B1A35C4E01FB}" srcId="{A98C8F21-A087-4F08-8411-3950EE1080D4}" destId="{2B99398F-77BA-4147-A2B3-4465C250A527}" srcOrd="3" destOrd="0" parTransId="{FA2A4607-1436-4EF6-AB7A-F4EF47F3F324}" sibTransId="{BFDB74C8-8FA5-4726-93B5-2E12CF550495}"/>
    <dgm:cxn modelId="{FCE873C8-B097-4F0D-8287-F543188E3E14}" srcId="{A98C8F21-A087-4F08-8411-3950EE1080D4}" destId="{7FDFC471-D26A-4882-8E9C-0D50868A01E2}" srcOrd="0" destOrd="0" parTransId="{DFB49DFF-64A6-4B7A-8049-279BC0E432D8}" sibTransId="{515AEE61-C6E7-4BC0-9119-D7633E34797C}"/>
    <dgm:cxn modelId="{44EAD6D4-F2D1-48DB-9740-E06AF2812372}" type="presOf" srcId="{7FDFC471-D26A-4882-8E9C-0D50868A01E2}" destId="{6EDD2DFF-6681-4F71-94BF-215F89458C77}" srcOrd="0" destOrd="0" presId="urn:microsoft.com/office/officeart/2005/8/layout/hierarchy3"/>
    <dgm:cxn modelId="{C7C4FDDE-44F0-42B8-9FB7-FCFDC320BBAA}" type="presOf" srcId="{D14C98F5-8E42-49C2-9464-0952627F129C}" destId="{3FD0F046-5BFC-48C5-90B4-7AD382878127}" srcOrd="1" destOrd="0" presId="urn:microsoft.com/office/officeart/2005/8/layout/hierarchy3"/>
    <dgm:cxn modelId="{8F6775FD-C516-4629-801D-D4E819CEA3C1}" type="presOf" srcId="{2B99398F-77BA-4147-A2B3-4465C250A527}" destId="{12746693-91F0-47EF-9F57-F477502D427F}" srcOrd="1" destOrd="0" presId="urn:microsoft.com/office/officeart/2005/8/layout/hierarchy3"/>
    <dgm:cxn modelId="{8AF9634A-286C-40FE-9D2C-2FCED91DD0C7}" type="presParOf" srcId="{3808830A-64B0-43AC-9EC1-33E5ABD8747F}" destId="{3C802FAF-EEFE-47FC-BE87-5C535C31E4E5}" srcOrd="0" destOrd="0" presId="urn:microsoft.com/office/officeart/2005/8/layout/hierarchy3"/>
    <dgm:cxn modelId="{5AD0DFD1-D0B3-4BC7-9BC8-C089F5FF374A}" type="presParOf" srcId="{3C802FAF-EEFE-47FC-BE87-5C535C31E4E5}" destId="{1E084AAD-D574-4C68-BABA-385E883EDBA2}" srcOrd="0" destOrd="0" presId="urn:microsoft.com/office/officeart/2005/8/layout/hierarchy3"/>
    <dgm:cxn modelId="{942FB580-D3D5-4F3C-97F6-D18EA72A3E0F}" type="presParOf" srcId="{1E084AAD-D574-4C68-BABA-385E883EDBA2}" destId="{6EDD2DFF-6681-4F71-94BF-215F89458C77}" srcOrd="0" destOrd="0" presId="urn:microsoft.com/office/officeart/2005/8/layout/hierarchy3"/>
    <dgm:cxn modelId="{8B36989E-E501-4E21-AE60-4C38EDDC687F}" type="presParOf" srcId="{1E084AAD-D574-4C68-BABA-385E883EDBA2}" destId="{4894B6B3-E14F-4B1D-9089-29BF728E37A3}" srcOrd="1" destOrd="0" presId="urn:microsoft.com/office/officeart/2005/8/layout/hierarchy3"/>
    <dgm:cxn modelId="{004BFE01-6025-48F3-A52F-B0C2012DA272}" type="presParOf" srcId="{3C802FAF-EEFE-47FC-BE87-5C535C31E4E5}" destId="{217C6A8D-C229-4CCC-82A1-43F9739776C6}" srcOrd="1" destOrd="0" presId="urn:microsoft.com/office/officeart/2005/8/layout/hierarchy3"/>
    <dgm:cxn modelId="{5E2CB52D-1F75-4A33-9BD5-843BA9A28246}" type="presParOf" srcId="{3808830A-64B0-43AC-9EC1-33E5ABD8747F}" destId="{DB81FEA8-EE55-433D-9571-8E2028A5A592}" srcOrd="1" destOrd="0" presId="urn:microsoft.com/office/officeart/2005/8/layout/hierarchy3"/>
    <dgm:cxn modelId="{18B78593-03FD-46F3-8FB4-6E30D18099ED}" type="presParOf" srcId="{DB81FEA8-EE55-433D-9571-8E2028A5A592}" destId="{4D382CC4-726B-4D6D-8328-80EFC3340141}" srcOrd="0" destOrd="0" presId="urn:microsoft.com/office/officeart/2005/8/layout/hierarchy3"/>
    <dgm:cxn modelId="{C73A5F9B-3C41-4E43-B9E4-287ADD6FC551}" type="presParOf" srcId="{4D382CC4-726B-4D6D-8328-80EFC3340141}" destId="{BE382032-5282-4585-A4C6-C2B794BC3694}" srcOrd="0" destOrd="0" presId="urn:microsoft.com/office/officeart/2005/8/layout/hierarchy3"/>
    <dgm:cxn modelId="{609C37FA-C44B-4579-9141-0A0818DDB0A9}" type="presParOf" srcId="{4D382CC4-726B-4D6D-8328-80EFC3340141}" destId="{8D8E3C27-524E-4435-9DE8-CB3B35B60D4B}" srcOrd="1" destOrd="0" presId="urn:microsoft.com/office/officeart/2005/8/layout/hierarchy3"/>
    <dgm:cxn modelId="{DC0D1469-9C37-4567-A1EA-C8C1C0B1616F}" type="presParOf" srcId="{DB81FEA8-EE55-433D-9571-8E2028A5A592}" destId="{E87870F4-CA0E-48CF-96A8-D969C3F84000}" srcOrd="1" destOrd="0" presId="urn:microsoft.com/office/officeart/2005/8/layout/hierarchy3"/>
    <dgm:cxn modelId="{F426C4BB-0576-47D8-88E0-F9C86DBEC351}" type="presParOf" srcId="{3808830A-64B0-43AC-9EC1-33E5ABD8747F}" destId="{08C44844-1F07-441D-800D-40946D336124}" srcOrd="2" destOrd="0" presId="urn:microsoft.com/office/officeart/2005/8/layout/hierarchy3"/>
    <dgm:cxn modelId="{4D0ED0FF-4EE8-49E4-A377-CFBCE854DA53}" type="presParOf" srcId="{08C44844-1F07-441D-800D-40946D336124}" destId="{C9BFC106-80A0-40A7-A0D2-1BA3BB1F43A2}" srcOrd="0" destOrd="0" presId="urn:microsoft.com/office/officeart/2005/8/layout/hierarchy3"/>
    <dgm:cxn modelId="{E582F269-87DE-419C-AE52-C816A4B18539}" type="presParOf" srcId="{C9BFC106-80A0-40A7-A0D2-1BA3BB1F43A2}" destId="{FAEAFCB0-2044-4608-8F91-96C9AED27E34}" srcOrd="0" destOrd="0" presId="urn:microsoft.com/office/officeart/2005/8/layout/hierarchy3"/>
    <dgm:cxn modelId="{B533EC67-33CB-4BD6-8E7A-D3D526681A58}" type="presParOf" srcId="{C9BFC106-80A0-40A7-A0D2-1BA3BB1F43A2}" destId="{3FD0F046-5BFC-48C5-90B4-7AD382878127}" srcOrd="1" destOrd="0" presId="urn:microsoft.com/office/officeart/2005/8/layout/hierarchy3"/>
    <dgm:cxn modelId="{8A2CC699-0B71-4A3D-A8A9-9714E89BAAD2}" type="presParOf" srcId="{08C44844-1F07-441D-800D-40946D336124}" destId="{0E4559E7-55B7-480C-B182-1103DDE7B8A5}" srcOrd="1" destOrd="0" presId="urn:microsoft.com/office/officeart/2005/8/layout/hierarchy3"/>
    <dgm:cxn modelId="{BE1C55AD-8D5A-4C15-9B47-2A6DA513C905}" type="presParOf" srcId="{3808830A-64B0-43AC-9EC1-33E5ABD8747F}" destId="{15F4E731-893F-40A1-AD01-66B12AAB908B}" srcOrd="3" destOrd="0" presId="urn:microsoft.com/office/officeart/2005/8/layout/hierarchy3"/>
    <dgm:cxn modelId="{824136F3-8471-4E7F-A897-970F9A61F5FD}" type="presParOf" srcId="{15F4E731-893F-40A1-AD01-66B12AAB908B}" destId="{AA38E1CD-AD54-403A-A650-A78D3A6F5658}" srcOrd="0" destOrd="0" presId="urn:microsoft.com/office/officeart/2005/8/layout/hierarchy3"/>
    <dgm:cxn modelId="{2152489F-AC2A-4BC8-BCCA-EBD2789C64BC}" type="presParOf" srcId="{AA38E1CD-AD54-403A-A650-A78D3A6F5658}" destId="{DC3B9B50-04F5-4E6D-A718-AD45FE739FB4}" srcOrd="0" destOrd="0" presId="urn:microsoft.com/office/officeart/2005/8/layout/hierarchy3"/>
    <dgm:cxn modelId="{82440C78-7981-406B-B06D-4ABC043651AC}" type="presParOf" srcId="{AA38E1CD-AD54-403A-A650-A78D3A6F5658}" destId="{12746693-91F0-47EF-9F57-F477502D427F}" srcOrd="1" destOrd="0" presId="urn:microsoft.com/office/officeart/2005/8/layout/hierarchy3"/>
    <dgm:cxn modelId="{E96DAE68-C4D7-4B54-94FC-B4F5A51F8343}" type="presParOf" srcId="{15F4E731-893F-40A1-AD01-66B12AAB908B}" destId="{FC713156-3DC4-4054-854D-53AFDF6D5D28}" srcOrd="1" destOrd="0" presId="urn:microsoft.com/office/officeart/2005/8/layout/hierarchy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8C8F21-A087-4F08-8411-3950EE1080D4}" type="doc">
      <dgm:prSet loTypeId="urn:microsoft.com/office/officeart/2005/8/layout/hierarchy3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7FDFC471-D26A-4882-8E9C-0D50868A01E2}">
      <dgm:prSet custT="1"/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‘Car License Plate Detection’ Dataset from Kaggle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B49DFF-64A6-4B7A-8049-279BC0E432D8}" type="parTrans" cxnId="{FCE873C8-B097-4F0D-8287-F543188E3E14}">
      <dgm:prSet/>
      <dgm:spPr/>
      <dgm:t>
        <a:bodyPr/>
        <a:lstStyle/>
        <a:p>
          <a:endParaRPr lang="en-IN"/>
        </a:p>
      </dgm:t>
    </dgm:pt>
    <dgm:pt modelId="{515AEE61-C6E7-4BC0-9119-D7633E34797C}" type="sibTrans" cxnId="{FCE873C8-B097-4F0D-8287-F543188E3E14}">
      <dgm:prSet/>
      <dgm:spPr/>
      <dgm:t>
        <a:bodyPr/>
        <a:lstStyle/>
        <a:p>
          <a:endParaRPr lang="en-IN"/>
        </a:p>
      </dgm:t>
    </dgm:pt>
    <dgm:pt modelId="{1736423A-E115-4B32-8E2A-AC13DAF288D7}">
      <dgm:prSet custT="1"/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Consists of a total of 433 images of car license plates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F18C3B-C826-4519-9933-1C5B4DA59D43}" type="parTrans" cxnId="{1EAFA02E-926E-446F-8A1D-5A74B1926350}">
      <dgm:prSet/>
      <dgm:spPr/>
      <dgm:t>
        <a:bodyPr/>
        <a:lstStyle/>
        <a:p>
          <a:endParaRPr lang="en-IN"/>
        </a:p>
      </dgm:t>
    </dgm:pt>
    <dgm:pt modelId="{28794986-E65E-4A91-9881-2A6532B457C9}" type="sibTrans" cxnId="{1EAFA02E-926E-446F-8A1D-5A74B1926350}">
      <dgm:prSet/>
      <dgm:spPr/>
      <dgm:t>
        <a:bodyPr/>
        <a:lstStyle/>
        <a:p>
          <a:endParaRPr lang="en-IN"/>
        </a:p>
      </dgm:t>
    </dgm:pt>
    <dgm:pt modelId="{D14C98F5-8E42-49C2-9464-0952627F129C}">
      <dgm:prSet custT="1"/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Each</a:t>
          </a:r>
          <a:r>
            <a:rPr lang="en-US" sz="16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had their bounding box annotations of the car license plates within the image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9B568F-46EB-468D-A7D1-A090B75AF122}" type="sibTrans" cxnId="{5D82273C-ACE0-4178-8842-A6C168EA7213}">
      <dgm:prSet/>
      <dgm:spPr/>
      <dgm:t>
        <a:bodyPr/>
        <a:lstStyle/>
        <a:p>
          <a:endParaRPr lang="en-IN"/>
        </a:p>
      </dgm:t>
    </dgm:pt>
    <dgm:pt modelId="{6568E28F-B1A5-4C43-9BF5-CADDAD667468}" type="parTrans" cxnId="{5D82273C-ACE0-4178-8842-A6C168EA7213}">
      <dgm:prSet/>
      <dgm:spPr/>
      <dgm:t>
        <a:bodyPr/>
        <a:lstStyle/>
        <a:p>
          <a:endParaRPr lang="en-IN"/>
        </a:p>
      </dgm:t>
    </dgm:pt>
    <dgm:pt modelId="{3808830A-64B0-43AC-9EC1-33E5ABD8747F}" type="pres">
      <dgm:prSet presAssocID="{A98C8F21-A087-4F08-8411-3950EE1080D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C802FAF-EEFE-47FC-BE87-5C535C31E4E5}" type="pres">
      <dgm:prSet presAssocID="{7FDFC471-D26A-4882-8E9C-0D50868A01E2}" presName="root" presStyleCnt="0"/>
      <dgm:spPr/>
    </dgm:pt>
    <dgm:pt modelId="{1E084AAD-D574-4C68-BABA-385E883EDBA2}" type="pres">
      <dgm:prSet presAssocID="{7FDFC471-D26A-4882-8E9C-0D50868A01E2}" presName="rootComposite" presStyleCnt="0"/>
      <dgm:spPr/>
    </dgm:pt>
    <dgm:pt modelId="{6EDD2DFF-6681-4F71-94BF-215F89458C77}" type="pres">
      <dgm:prSet presAssocID="{7FDFC471-D26A-4882-8E9C-0D50868A01E2}" presName="rootText" presStyleLbl="node1" presStyleIdx="0" presStyleCnt="3" custLinFactNeighborX="-2975" custLinFactNeighborY="29891"/>
      <dgm:spPr/>
    </dgm:pt>
    <dgm:pt modelId="{4894B6B3-E14F-4B1D-9089-29BF728E37A3}" type="pres">
      <dgm:prSet presAssocID="{7FDFC471-D26A-4882-8E9C-0D50868A01E2}" presName="rootConnector" presStyleLbl="node1" presStyleIdx="0" presStyleCnt="3"/>
      <dgm:spPr/>
    </dgm:pt>
    <dgm:pt modelId="{217C6A8D-C229-4CCC-82A1-43F9739776C6}" type="pres">
      <dgm:prSet presAssocID="{7FDFC471-D26A-4882-8E9C-0D50868A01E2}" presName="childShape" presStyleCnt="0"/>
      <dgm:spPr/>
    </dgm:pt>
    <dgm:pt modelId="{DB81FEA8-EE55-433D-9571-8E2028A5A592}" type="pres">
      <dgm:prSet presAssocID="{1736423A-E115-4B32-8E2A-AC13DAF288D7}" presName="root" presStyleCnt="0"/>
      <dgm:spPr/>
    </dgm:pt>
    <dgm:pt modelId="{4D382CC4-726B-4D6D-8328-80EFC3340141}" type="pres">
      <dgm:prSet presAssocID="{1736423A-E115-4B32-8E2A-AC13DAF288D7}" presName="rootComposite" presStyleCnt="0"/>
      <dgm:spPr/>
    </dgm:pt>
    <dgm:pt modelId="{BE382032-5282-4585-A4C6-C2B794BC3694}" type="pres">
      <dgm:prSet presAssocID="{1736423A-E115-4B32-8E2A-AC13DAF288D7}" presName="rootText" presStyleLbl="node1" presStyleIdx="1" presStyleCnt="3" custScaleX="115867" custScaleY="166077"/>
      <dgm:spPr/>
    </dgm:pt>
    <dgm:pt modelId="{8D8E3C27-524E-4435-9DE8-CB3B35B60D4B}" type="pres">
      <dgm:prSet presAssocID="{1736423A-E115-4B32-8E2A-AC13DAF288D7}" presName="rootConnector" presStyleLbl="node1" presStyleIdx="1" presStyleCnt="3"/>
      <dgm:spPr/>
    </dgm:pt>
    <dgm:pt modelId="{E87870F4-CA0E-48CF-96A8-D969C3F84000}" type="pres">
      <dgm:prSet presAssocID="{1736423A-E115-4B32-8E2A-AC13DAF288D7}" presName="childShape" presStyleCnt="0"/>
      <dgm:spPr/>
    </dgm:pt>
    <dgm:pt modelId="{08C44844-1F07-441D-800D-40946D336124}" type="pres">
      <dgm:prSet presAssocID="{D14C98F5-8E42-49C2-9464-0952627F129C}" presName="root" presStyleCnt="0"/>
      <dgm:spPr/>
    </dgm:pt>
    <dgm:pt modelId="{C9BFC106-80A0-40A7-A0D2-1BA3BB1F43A2}" type="pres">
      <dgm:prSet presAssocID="{D14C98F5-8E42-49C2-9464-0952627F129C}" presName="rootComposite" presStyleCnt="0"/>
      <dgm:spPr/>
    </dgm:pt>
    <dgm:pt modelId="{FAEAFCB0-2044-4608-8F91-96C9AED27E34}" type="pres">
      <dgm:prSet presAssocID="{D14C98F5-8E42-49C2-9464-0952627F129C}" presName="rootText" presStyleLbl="node1" presStyleIdx="2" presStyleCnt="3" custScaleX="113658" custScaleY="177207"/>
      <dgm:spPr/>
    </dgm:pt>
    <dgm:pt modelId="{3FD0F046-5BFC-48C5-90B4-7AD382878127}" type="pres">
      <dgm:prSet presAssocID="{D14C98F5-8E42-49C2-9464-0952627F129C}" presName="rootConnector" presStyleLbl="node1" presStyleIdx="2" presStyleCnt="3"/>
      <dgm:spPr/>
    </dgm:pt>
    <dgm:pt modelId="{0E4559E7-55B7-480C-B182-1103DDE7B8A5}" type="pres">
      <dgm:prSet presAssocID="{D14C98F5-8E42-49C2-9464-0952627F129C}" presName="childShape" presStyleCnt="0"/>
      <dgm:spPr/>
    </dgm:pt>
  </dgm:ptLst>
  <dgm:cxnLst>
    <dgm:cxn modelId="{1FA99613-052C-4EBF-8243-635999F59E6D}" type="presOf" srcId="{1736423A-E115-4B32-8E2A-AC13DAF288D7}" destId="{BE382032-5282-4585-A4C6-C2B794BC3694}" srcOrd="0" destOrd="0" presId="urn:microsoft.com/office/officeart/2005/8/layout/hierarchy3"/>
    <dgm:cxn modelId="{1EAFA02E-926E-446F-8A1D-5A74B1926350}" srcId="{A98C8F21-A087-4F08-8411-3950EE1080D4}" destId="{1736423A-E115-4B32-8E2A-AC13DAF288D7}" srcOrd="1" destOrd="0" parTransId="{21F18C3B-C826-4519-9933-1C5B4DA59D43}" sibTransId="{28794986-E65E-4A91-9881-2A6532B457C9}"/>
    <dgm:cxn modelId="{5D82273C-ACE0-4178-8842-A6C168EA7213}" srcId="{A98C8F21-A087-4F08-8411-3950EE1080D4}" destId="{D14C98F5-8E42-49C2-9464-0952627F129C}" srcOrd="2" destOrd="0" parTransId="{6568E28F-B1A5-4C43-9BF5-CADDAD667468}" sibTransId="{889B568F-46EB-468D-A7D1-A090B75AF122}"/>
    <dgm:cxn modelId="{8B5CF74C-8762-4A36-ABC8-57E9CEFC8BFD}" type="presOf" srcId="{7FDFC471-D26A-4882-8E9C-0D50868A01E2}" destId="{4894B6B3-E14F-4B1D-9089-29BF728E37A3}" srcOrd="1" destOrd="0" presId="urn:microsoft.com/office/officeart/2005/8/layout/hierarchy3"/>
    <dgm:cxn modelId="{2D6DC198-0B66-4672-87FB-5BFAD66FF2EC}" type="presOf" srcId="{D14C98F5-8E42-49C2-9464-0952627F129C}" destId="{FAEAFCB0-2044-4608-8F91-96C9AED27E34}" srcOrd="0" destOrd="0" presId="urn:microsoft.com/office/officeart/2005/8/layout/hierarchy3"/>
    <dgm:cxn modelId="{24C216AC-BB45-43F1-8624-2E76E1B6C407}" type="presOf" srcId="{A98C8F21-A087-4F08-8411-3950EE1080D4}" destId="{3808830A-64B0-43AC-9EC1-33E5ABD8747F}" srcOrd="0" destOrd="0" presId="urn:microsoft.com/office/officeart/2005/8/layout/hierarchy3"/>
    <dgm:cxn modelId="{C0FF53B2-0036-46E1-92E7-CEA045BC1B6A}" type="presOf" srcId="{1736423A-E115-4B32-8E2A-AC13DAF288D7}" destId="{8D8E3C27-524E-4435-9DE8-CB3B35B60D4B}" srcOrd="1" destOrd="0" presId="urn:microsoft.com/office/officeart/2005/8/layout/hierarchy3"/>
    <dgm:cxn modelId="{FCE873C8-B097-4F0D-8287-F543188E3E14}" srcId="{A98C8F21-A087-4F08-8411-3950EE1080D4}" destId="{7FDFC471-D26A-4882-8E9C-0D50868A01E2}" srcOrd="0" destOrd="0" parTransId="{DFB49DFF-64A6-4B7A-8049-279BC0E432D8}" sibTransId="{515AEE61-C6E7-4BC0-9119-D7633E34797C}"/>
    <dgm:cxn modelId="{44EAD6D4-F2D1-48DB-9740-E06AF2812372}" type="presOf" srcId="{7FDFC471-D26A-4882-8E9C-0D50868A01E2}" destId="{6EDD2DFF-6681-4F71-94BF-215F89458C77}" srcOrd="0" destOrd="0" presId="urn:microsoft.com/office/officeart/2005/8/layout/hierarchy3"/>
    <dgm:cxn modelId="{C7C4FDDE-44F0-42B8-9FB7-FCFDC320BBAA}" type="presOf" srcId="{D14C98F5-8E42-49C2-9464-0952627F129C}" destId="{3FD0F046-5BFC-48C5-90B4-7AD382878127}" srcOrd="1" destOrd="0" presId="urn:microsoft.com/office/officeart/2005/8/layout/hierarchy3"/>
    <dgm:cxn modelId="{8AF9634A-286C-40FE-9D2C-2FCED91DD0C7}" type="presParOf" srcId="{3808830A-64B0-43AC-9EC1-33E5ABD8747F}" destId="{3C802FAF-EEFE-47FC-BE87-5C535C31E4E5}" srcOrd="0" destOrd="0" presId="urn:microsoft.com/office/officeart/2005/8/layout/hierarchy3"/>
    <dgm:cxn modelId="{5AD0DFD1-D0B3-4BC7-9BC8-C089F5FF374A}" type="presParOf" srcId="{3C802FAF-EEFE-47FC-BE87-5C535C31E4E5}" destId="{1E084AAD-D574-4C68-BABA-385E883EDBA2}" srcOrd="0" destOrd="0" presId="urn:microsoft.com/office/officeart/2005/8/layout/hierarchy3"/>
    <dgm:cxn modelId="{942FB580-D3D5-4F3C-97F6-D18EA72A3E0F}" type="presParOf" srcId="{1E084AAD-D574-4C68-BABA-385E883EDBA2}" destId="{6EDD2DFF-6681-4F71-94BF-215F89458C77}" srcOrd="0" destOrd="0" presId="urn:microsoft.com/office/officeart/2005/8/layout/hierarchy3"/>
    <dgm:cxn modelId="{8B36989E-E501-4E21-AE60-4C38EDDC687F}" type="presParOf" srcId="{1E084AAD-D574-4C68-BABA-385E883EDBA2}" destId="{4894B6B3-E14F-4B1D-9089-29BF728E37A3}" srcOrd="1" destOrd="0" presId="urn:microsoft.com/office/officeart/2005/8/layout/hierarchy3"/>
    <dgm:cxn modelId="{004BFE01-6025-48F3-A52F-B0C2012DA272}" type="presParOf" srcId="{3C802FAF-EEFE-47FC-BE87-5C535C31E4E5}" destId="{217C6A8D-C229-4CCC-82A1-43F9739776C6}" srcOrd="1" destOrd="0" presId="urn:microsoft.com/office/officeart/2005/8/layout/hierarchy3"/>
    <dgm:cxn modelId="{5E2CB52D-1F75-4A33-9BD5-843BA9A28246}" type="presParOf" srcId="{3808830A-64B0-43AC-9EC1-33E5ABD8747F}" destId="{DB81FEA8-EE55-433D-9571-8E2028A5A592}" srcOrd="1" destOrd="0" presId="urn:microsoft.com/office/officeart/2005/8/layout/hierarchy3"/>
    <dgm:cxn modelId="{18B78593-03FD-46F3-8FB4-6E30D18099ED}" type="presParOf" srcId="{DB81FEA8-EE55-433D-9571-8E2028A5A592}" destId="{4D382CC4-726B-4D6D-8328-80EFC3340141}" srcOrd="0" destOrd="0" presId="urn:microsoft.com/office/officeart/2005/8/layout/hierarchy3"/>
    <dgm:cxn modelId="{C73A5F9B-3C41-4E43-B9E4-287ADD6FC551}" type="presParOf" srcId="{4D382CC4-726B-4D6D-8328-80EFC3340141}" destId="{BE382032-5282-4585-A4C6-C2B794BC3694}" srcOrd="0" destOrd="0" presId="urn:microsoft.com/office/officeart/2005/8/layout/hierarchy3"/>
    <dgm:cxn modelId="{609C37FA-C44B-4579-9141-0A0818DDB0A9}" type="presParOf" srcId="{4D382CC4-726B-4D6D-8328-80EFC3340141}" destId="{8D8E3C27-524E-4435-9DE8-CB3B35B60D4B}" srcOrd="1" destOrd="0" presId="urn:microsoft.com/office/officeart/2005/8/layout/hierarchy3"/>
    <dgm:cxn modelId="{DC0D1469-9C37-4567-A1EA-C8C1C0B1616F}" type="presParOf" srcId="{DB81FEA8-EE55-433D-9571-8E2028A5A592}" destId="{E87870F4-CA0E-48CF-96A8-D969C3F84000}" srcOrd="1" destOrd="0" presId="urn:microsoft.com/office/officeart/2005/8/layout/hierarchy3"/>
    <dgm:cxn modelId="{F426C4BB-0576-47D8-88E0-F9C86DBEC351}" type="presParOf" srcId="{3808830A-64B0-43AC-9EC1-33E5ABD8747F}" destId="{08C44844-1F07-441D-800D-40946D336124}" srcOrd="2" destOrd="0" presId="urn:microsoft.com/office/officeart/2005/8/layout/hierarchy3"/>
    <dgm:cxn modelId="{4D0ED0FF-4EE8-49E4-A377-CFBCE854DA53}" type="presParOf" srcId="{08C44844-1F07-441D-800D-40946D336124}" destId="{C9BFC106-80A0-40A7-A0D2-1BA3BB1F43A2}" srcOrd="0" destOrd="0" presId="urn:microsoft.com/office/officeart/2005/8/layout/hierarchy3"/>
    <dgm:cxn modelId="{E582F269-87DE-419C-AE52-C816A4B18539}" type="presParOf" srcId="{C9BFC106-80A0-40A7-A0D2-1BA3BB1F43A2}" destId="{FAEAFCB0-2044-4608-8F91-96C9AED27E34}" srcOrd="0" destOrd="0" presId="urn:microsoft.com/office/officeart/2005/8/layout/hierarchy3"/>
    <dgm:cxn modelId="{B533EC67-33CB-4BD6-8E7A-D3D526681A58}" type="presParOf" srcId="{C9BFC106-80A0-40A7-A0D2-1BA3BB1F43A2}" destId="{3FD0F046-5BFC-48C5-90B4-7AD382878127}" srcOrd="1" destOrd="0" presId="urn:microsoft.com/office/officeart/2005/8/layout/hierarchy3"/>
    <dgm:cxn modelId="{8A2CC699-0B71-4A3D-A8A9-9714E89BAAD2}" type="presParOf" srcId="{08C44844-1F07-441D-800D-40946D336124}" destId="{0E4559E7-55B7-480C-B182-1103DDE7B8A5}" srcOrd="1" destOrd="0" presId="urn:microsoft.com/office/officeart/2005/8/layout/hierarchy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B689B3-6562-479B-9824-C2698776CCA8}" type="doc">
      <dgm:prSet loTypeId="urn:microsoft.com/office/officeart/2005/8/layout/hierarchy3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D83F1C8F-4CEB-421A-A971-1239CBAD8CB9}">
      <dgm:prSet custT="1"/>
      <dgm:spPr>
        <a:ln>
          <a:noFill/>
        </a:ln>
      </dgm:spPr>
      <dgm:t>
        <a:bodyPr/>
        <a:lstStyle/>
        <a:p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accident</a:t>
          </a:r>
          <a:endParaRPr lang="en-IN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0F5EF4-F940-436D-80FE-16C9EBE6D175}" type="parTrans" cxnId="{03AA358E-BD82-4AB7-8B63-0A698767E9A1}">
      <dgm:prSet/>
      <dgm:spPr/>
      <dgm:t>
        <a:bodyPr/>
        <a:lstStyle/>
        <a:p>
          <a:endParaRPr lang="en-IN"/>
        </a:p>
      </dgm:t>
    </dgm:pt>
    <dgm:pt modelId="{298B1BAD-BB51-4FD0-A6C3-F5710A3A3746}" type="sibTrans" cxnId="{03AA358E-BD82-4AB7-8B63-0A698767E9A1}">
      <dgm:prSet/>
      <dgm:spPr/>
      <dgm:t>
        <a:bodyPr/>
        <a:lstStyle/>
        <a:p>
          <a:endParaRPr lang="en-IN"/>
        </a:p>
      </dgm:t>
    </dgm:pt>
    <dgm:pt modelId="{BACFBD4D-C668-450A-8ADD-EC9AE87AD82A}">
      <dgm:prSet custT="1"/>
      <dgm:spPr>
        <a:ln>
          <a:noFill/>
        </a:ln>
      </dgm:spPr>
      <dgm:t>
        <a:bodyPr/>
        <a:lstStyle/>
        <a:p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dense_traffic</a:t>
          </a:r>
          <a:endParaRPr lang="en-IN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B0BADC-13A2-4ECC-A43A-C0A8DF233D7A}" type="parTrans" cxnId="{DF14DD9C-DF0B-470F-B95A-5C12671F03FA}">
      <dgm:prSet/>
      <dgm:spPr/>
      <dgm:t>
        <a:bodyPr/>
        <a:lstStyle/>
        <a:p>
          <a:endParaRPr lang="en-IN"/>
        </a:p>
      </dgm:t>
    </dgm:pt>
    <dgm:pt modelId="{826F36C2-B157-4509-B380-307C05930F2D}" type="sibTrans" cxnId="{DF14DD9C-DF0B-470F-B95A-5C12671F03FA}">
      <dgm:prSet/>
      <dgm:spPr/>
      <dgm:t>
        <a:bodyPr/>
        <a:lstStyle/>
        <a:p>
          <a:endParaRPr lang="en-IN"/>
        </a:p>
      </dgm:t>
    </dgm:pt>
    <dgm:pt modelId="{6A667F25-0A3C-483A-8A26-CE719D29E109}">
      <dgm:prSet custT="1"/>
      <dgm:spPr>
        <a:ln>
          <a:noFill/>
        </a:ln>
      </dgm:spPr>
      <dgm:t>
        <a:bodyPr/>
        <a:lstStyle/>
        <a:p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fire</a:t>
          </a:r>
          <a:endParaRPr lang="en-IN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83778A-1A43-45F1-98B8-36745A27F80A}" type="parTrans" cxnId="{452E5425-350D-4675-920C-7C421092039F}">
      <dgm:prSet/>
      <dgm:spPr/>
      <dgm:t>
        <a:bodyPr/>
        <a:lstStyle/>
        <a:p>
          <a:endParaRPr lang="en-IN"/>
        </a:p>
      </dgm:t>
    </dgm:pt>
    <dgm:pt modelId="{31B5A9E4-1341-4740-9F11-421D33AAC0C5}" type="sibTrans" cxnId="{452E5425-350D-4675-920C-7C421092039F}">
      <dgm:prSet/>
      <dgm:spPr/>
      <dgm:t>
        <a:bodyPr/>
        <a:lstStyle/>
        <a:p>
          <a:endParaRPr lang="en-IN"/>
        </a:p>
      </dgm:t>
    </dgm:pt>
    <dgm:pt modelId="{5EFA0C8D-3C52-4F88-9A64-95C118410FB3}">
      <dgm:prSet custT="1"/>
      <dgm:spPr>
        <a:ln>
          <a:noFill/>
        </a:ln>
      </dgm:spPr>
      <dgm:t>
        <a:bodyPr/>
        <a:lstStyle/>
        <a:p>
          <a:r>
            <a:rPr lang="en-IN" sz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sparse_traffic</a:t>
          </a:r>
          <a:endParaRPr lang="en-IN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99EB14-3AB0-44F6-B73B-C4A471BF296A}" type="parTrans" cxnId="{F794B33C-1D85-4E54-9F73-A06F450413E0}">
      <dgm:prSet/>
      <dgm:spPr/>
      <dgm:t>
        <a:bodyPr/>
        <a:lstStyle/>
        <a:p>
          <a:endParaRPr lang="en-IN"/>
        </a:p>
      </dgm:t>
    </dgm:pt>
    <dgm:pt modelId="{C89CC295-62D1-4CB8-83D2-AEB4BF7C3A28}" type="sibTrans" cxnId="{F794B33C-1D85-4E54-9F73-A06F450413E0}">
      <dgm:prSet/>
      <dgm:spPr/>
      <dgm:t>
        <a:bodyPr/>
        <a:lstStyle/>
        <a:p>
          <a:endParaRPr lang="en-IN"/>
        </a:p>
      </dgm:t>
    </dgm:pt>
    <dgm:pt modelId="{9838A0A0-3580-4937-BA45-596A1A25423F}" type="pres">
      <dgm:prSet presAssocID="{13B689B3-6562-479B-9824-C2698776CCA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DC0F165-A7C4-4929-A241-6E3C3E348DC4}" type="pres">
      <dgm:prSet presAssocID="{D83F1C8F-4CEB-421A-A971-1239CBAD8CB9}" presName="root" presStyleCnt="0"/>
      <dgm:spPr/>
    </dgm:pt>
    <dgm:pt modelId="{0DBF4A91-6FB0-4733-9D5B-B2FB0E995FF0}" type="pres">
      <dgm:prSet presAssocID="{D83F1C8F-4CEB-421A-A971-1239CBAD8CB9}" presName="rootComposite" presStyleCnt="0"/>
      <dgm:spPr/>
    </dgm:pt>
    <dgm:pt modelId="{62CFCA5D-195A-42B4-A024-8ACBECB95893}" type="pres">
      <dgm:prSet presAssocID="{D83F1C8F-4CEB-421A-A971-1239CBAD8CB9}" presName="rootText" presStyleLbl="node1" presStyleIdx="0" presStyleCnt="4" custLinFactX="-40930" custLinFactNeighborX="-100000" custLinFactNeighborY="-4053"/>
      <dgm:spPr/>
    </dgm:pt>
    <dgm:pt modelId="{59C7C6D6-9E79-4D51-9407-548B99A7E45D}" type="pres">
      <dgm:prSet presAssocID="{D83F1C8F-4CEB-421A-A971-1239CBAD8CB9}" presName="rootConnector" presStyleLbl="node1" presStyleIdx="0" presStyleCnt="4"/>
      <dgm:spPr/>
    </dgm:pt>
    <dgm:pt modelId="{5879CA5E-419E-4191-8BBB-F64CEBE9FEB9}" type="pres">
      <dgm:prSet presAssocID="{D83F1C8F-4CEB-421A-A971-1239CBAD8CB9}" presName="childShape" presStyleCnt="0"/>
      <dgm:spPr/>
    </dgm:pt>
    <dgm:pt modelId="{FD4CDD13-4334-4DC7-AC06-2549F1385AA9}" type="pres">
      <dgm:prSet presAssocID="{BACFBD4D-C668-450A-8ADD-EC9AE87AD82A}" presName="root" presStyleCnt="0"/>
      <dgm:spPr/>
    </dgm:pt>
    <dgm:pt modelId="{21CDC8AF-5AF1-4D5E-B17C-C2BFD5ED5F76}" type="pres">
      <dgm:prSet presAssocID="{BACFBD4D-C668-450A-8ADD-EC9AE87AD82A}" presName="rootComposite" presStyleCnt="0"/>
      <dgm:spPr/>
    </dgm:pt>
    <dgm:pt modelId="{DDBCB667-8D8B-4AB5-BD48-F2EB5992E8D0}" type="pres">
      <dgm:prSet presAssocID="{BACFBD4D-C668-450A-8ADD-EC9AE87AD82A}" presName="rootText" presStyleLbl="node1" presStyleIdx="1" presStyleCnt="4"/>
      <dgm:spPr/>
    </dgm:pt>
    <dgm:pt modelId="{C7D39509-7358-45FE-AACA-AB8C7E4EF90A}" type="pres">
      <dgm:prSet presAssocID="{BACFBD4D-C668-450A-8ADD-EC9AE87AD82A}" presName="rootConnector" presStyleLbl="node1" presStyleIdx="1" presStyleCnt="4"/>
      <dgm:spPr/>
    </dgm:pt>
    <dgm:pt modelId="{EE6EBFBE-FD87-4B2F-8EFB-19B4D268AF70}" type="pres">
      <dgm:prSet presAssocID="{BACFBD4D-C668-450A-8ADD-EC9AE87AD82A}" presName="childShape" presStyleCnt="0"/>
      <dgm:spPr/>
    </dgm:pt>
    <dgm:pt modelId="{9000CBB7-73B8-4691-9B9C-7F700893AD45}" type="pres">
      <dgm:prSet presAssocID="{6A667F25-0A3C-483A-8A26-CE719D29E109}" presName="root" presStyleCnt="0"/>
      <dgm:spPr/>
    </dgm:pt>
    <dgm:pt modelId="{3D80A059-3731-4632-8AF1-223B39BE7770}" type="pres">
      <dgm:prSet presAssocID="{6A667F25-0A3C-483A-8A26-CE719D29E109}" presName="rootComposite" presStyleCnt="0"/>
      <dgm:spPr/>
    </dgm:pt>
    <dgm:pt modelId="{9DE6ECFF-E415-4479-B993-9AB3CE3F1AD4}" type="pres">
      <dgm:prSet presAssocID="{6A667F25-0A3C-483A-8A26-CE719D29E109}" presName="rootText" presStyleLbl="node1" presStyleIdx="2" presStyleCnt="4" custLinFactX="12972" custLinFactNeighborX="100000" custLinFactNeighborY="2898"/>
      <dgm:spPr/>
    </dgm:pt>
    <dgm:pt modelId="{5DF3E0B9-87BE-4516-AE1D-B342F242B361}" type="pres">
      <dgm:prSet presAssocID="{6A667F25-0A3C-483A-8A26-CE719D29E109}" presName="rootConnector" presStyleLbl="node1" presStyleIdx="2" presStyleCnt="4"/>
      <dgm:spPr/>
    </dgm:pt>
    <dgm:pt modelId="{39E5EFF7-B45E-4F3F-9B9C-5C14E0200BB1}" type="pres">
      <dgm:prSet presAssocID="{6A667F25-0A3C-483A-8A26-CE719D29E109}" presName="childShape" presStyleCnt="0"/>
      <dgm:spPr/>
    </dgm:pt>
    <dgm:pt modelId="{3AAA6DEF-4652-4E81-AB02-5A18869987B0}" type="pres">
      <dgm:prSet presAssocID="{5EFA0C8D-3C52-4F88-9A64-95C118410FB3}" presName="root" presStyleCnt="0"/>
      <dgm:spPr/>
    </dgm:pt>
    <dgm:pt modelId="{84B7B255-D9F0-4416-ADFE-8B445A40FCFE}" type="pres">
      <dgm:prSet presAssocID="{5EFA0C8D-3C52-4F88-9A64-95C118410FB3}" presName="rootComposite" presStyleCnt="0"/>
      <dgm:spPr/>
    </dgm:pt>
    <dgm:pt modelId="{107A5823-4DB9-4DFE-9909-855C62376CDF}" type="pres">
      <dgm:prSet presAssocID="{5EFA0C8D-3C52-4F88-9A64-95C118410FB3}" presName="rootText" presStyleLbl="node1" presStyleIdx="3" presStyleCnt="4" custLinFactX="100000" custLinFactNeighborX="125047" custLinFactNeighborY="2898"/>
      <dgm:spPr/>
    </dgm:pt>
    <dgm:pt modelId="{9E3072A9-D07B-41BF-A7DA-76F86940C88D}" type="pres">
      <dgm:prSet presAssocID="{5EFA0C8D-3C52-4F88-9A64-95C118410FB3}" presName="rootConnector" presStyleLbl="node1" presStyleIdx="3" presStyleCnt="4"/>
      <dgm:spPr/>
    </dgm:pt>
    <dgm:pt modelId="{B37DBF29-3993-4BAD-B1E0-F4C4A90C0F23}" type="pres">
      <dgm:prSet presAssocID="{5EFA0C8D-3C52-4F88-9A64-95C118410FB3}" presName="childShape" presStyleCnt="0"/>
      <dgm:spPr/>
    </dgm:pt>
  </dgm:ptLst>
  <dgm:cxnLst>
    <dgm:cxn modelId="{3A466E1A-E40A-463D-A4B6-ACC0D54A5DE9}" type="presOf" srcId="{13B689B3-6562-479B-9824-C2698776CCA8}" destId="{9838A0A0-3580-4937-BA45-596A1A25423F}" srcOrd="0" destOrd="0" presId="urn:microsoft.com/office/officeart/2005/8/layout/hierarchy3"/>
    <dgm:cxn modelId="{452E5425-350D-4675-920C-7C421092039F}" srcId="{13B689B3-6562-479B-9824-C2698776CCA8}" destId="{6A667F25-0A3C-483A-8A26-CE719D29E109}" srcOrd="2" destOrd="0" parTransId="{1783778A-1A43-45F1-98B8-36745A27F80A}" sibTransId="{31B5A9E4-1341-4740-9F11-421D33AAC0C5}"/>
    <dgm:cxn modelId="{73BDA229-815F-4C08-BEEA-00BDE8483077}" type="presOf" srcId="{D83F1C8F-4CEB-421A-A971-1239CBAD8CB9}" destId="{59C7C6D6-9E79-4D51-9407-548B99A7E45D}" srcOrd="1" destOrd="0" presId="urn:microsoft.com/office/officeart/2005/8/layout/hierarchy3"/>
    <dgm:cxn modelId="{F794B33C-1D85-4E54-9F73-A06F450413E0}" srcId="{13B689B3-6562-479B-9824-C2698776CCA8}" destId="{5EFA0C8D-3C52-4F88-9A64-95C118410FB3}" srcOrd="3" destOrd="0" parTransId="{F899EB14-3AB0-44F6-B73B-C4A471BF296A}" sibTransId="{C89CC295-62D1-4CB8-83D2-AEB4BF7C3A28}"/>
    <dgm:cxn modelId="{36F78E5D-CB63-42D2-9256-E6C2E3D69994}" type="presOf" srcId="{6A667F25-0A3C-483A-8A26-CE719D29E109}" destId="{9DE6ECFF-E415-4479-B993-9AB3CE3F1AD4}" srcOrd="0" destOrd="0" presId="urn:microsoft.com/office/officeart/2005/8/layout/hierarchy3"/>
    <dgm:cxn modelId="{A003A847-CE56-42D3-96D0-0A6BA7615263}" type="presOf" srcId="{BACFBD4D-C668-450A-8ADD-EC9AE87AD82A}" destId="{DDBCB667-8D8B-4AB5-BD48-F2EB5992E8D0}" srcOrd="0" destOrd="0" presId="urn:microsoft.com/office/officeart/2005/8/layout/hierarchy3"/>
    <dgm:cxn modelId="{03AA358E-BD82-4AB7-8B63-0A698767E9A1}" srcId="{13B689B3-6562-479B-9824-C2698776CCA8}" destId="{D83F1C8F-4CEB-421A-A971-1239CBAD8CB9}" srcOrd="0" destOrd="0" parTransId="{870F5EF4-F940-436D-80FE-16C9EBE6D175}" sibTransId="{298B1BAD-BB51-4FD0-A6C3-F5710A3A3746}"/>
    <dgm:cxn modelId="{DF14DD9C-DF0B-470F-B95A-5C12671F03FA}" srcId="{13B689B3-6562-479B-9824-C2698776CCA8}" destId="{BACFBD4D-C668-450A-8ADD-EC9AE87AD82A}" srcOrd="1" destOrd="0" parTransId="{BCB0BADC-13A2-4ECC-A43A-C0A8DF233D7A}" sibTransId="{826F36C2-B157-4509-B380-307C05930F2D}"/>
    <dgm:cxn modelId="{8ACF68C6-9DBB-437E-9879-F1FBE2C19C70}" type="presOf" srcId="{BACFBD4D-C668-450A-8ADD-EC9AE87AD82A}" destId="{C7D39509-7358-45FE-AACA-AB8C7E4EF90A}" srcOrd="1" destOrd="0" presId="urn:microsoft.com/office/officeart/2005/8/layout/hierarchy3"/>
    <dgm:cxn modelId="{64C8FDD0-3636-4906-9952-3D8B7FC21007}" type="presOf" srcId="{D83F1C8F-4CEB-421A-A971-1239CBAD8CB9}" destId="{62CFCA5D-195A-42B4-A024-8ACBECB95893}" srcOrd="0" destOrd="0" presId="urn:microsoft.com/office/officeart/2005/8/layout/hierarchy3"/>
    <dgm:cxn modelId="{7495A6D7-EEFB-4451-AF0D-4459D142BF08}" type="presOf" srcId="{5EFA0C8D-3C52-4F88-9A64-95C118410FB3}" destId="{107A5823-4DB9-4DFE-9909-855C62376CDF}" srcOrd="0" destOrd="0" presId="urn:microsoft.com/office/officeart/2005/8/layout/hierarchy3"/>
    <dgm:cxn modelId="{5580DDE0-3825-4673-8A8D-5A06CF10AF51}" type="presOf" srcId="{6A667F25-0A3C-483A-8A26-CE719D29E109}" destId="{5DF3E0B9-87BE-4516-AE1D-B342F242B361}" srcOrd="1" destOrd="0" presId="urn:microsoft.com/office/officeart/2005/8/layout/hierarchy3"/>
    <dgm:cxn modelId="{6B946BF6-91CD-4F77-BAD3-8B4B4A9DF2E3}" type="presOf" srcId="{5EFA0C8D-3C52-4F88-9A64-95C118410FB3}" destId="{9E3072A9-D07B-41BF-A7DA-76F86940C88D}" srcOrd="1" destOrd="0" presId="urn:microsoft.com/office/officeart/2005/8/layout/hierarchy3"/>
    <dgm:cxn modelId="{617FBC44-BCB6-4DD8-BE96-3EE37B44F33A}" type="presParOf" srcId="{9838A0A0-3580-4937-BA45-596A1A25423F}" destId="{FDC0F165-A7C4-4929-A241-6E3C3E348DC4}" srcOrd="0" destOrd="0" presId="urn:microsoft.com/office/officeart/2005/8/layout/hierarchy3"/>
    <dgm:cxn modelId="{40E62C87-EE69-4FD0-95DA-7C46B731399B}" type="presParOf" srcId="{FDC0F165-A7C4-4929-A241-6E3C3E348DC4}" destId="{0DBF4A91-6FB0-4733-9D5B-B2FB0E995FF0}" srcOrd="0" destOrd="0" presId="urn:microsoft.com/office/officeart/2005/8/layout/hierarchy3"/>
    <dgm:cxn modelId="{C89CEF61-E8AE-412B-8944-D327E3430081}" type="presParOf" srcId="{0DBF4A91-6FB0-4733-9D5B-B2FB0E995FF0}" destId="{62CFCA5D-195A-42B4-A024-8ACBECB95893}" srcOrd="0" destOrd="0" presId="urn:microsoft.com/office/officeart/2005/8/layout/hierarchy3"/>
    <dgm:cxn modelId="{E01C8417-A46A-4B8E-A8EA-A417E6DBCCE2}" type="presParOf" srcId="{0DBF4A91-6FB0-4733-9D5B-B2FB0E995FF0}" destId="{59C7C6D6-9E79-4D51-9407-548B99A7E45D}" srcOrd="1" destOrd="0" presId="urn:microsoft.com/office/officeart/2005/8/layout/hierarchy3"/>
    <dgm:cxn modelId="{9208C91F-CE4D-44A8-B9E8-0174B3D0D1C3}" type="presParOf" srcId="{FDC0F165-A7C4-4929-A241-6E3C3E348DC4}" destId="{5879CA5E-419E-4191-8BBB-F64CEBE9FEB9}" srcOrd="1" destOrd="0" presId="urn:microsoft.com/office/officeart/2005/8/layout/hierarchy3"/>
    <dgm:cxn modelId="{6B1F04F5-94A4-4600-BB32-A84B87F9E3CC}" type="presParOf" srcId="{9838A0A0-3580-4937-BA45-596A1A25423F}" destId="{FD4CDD13-4334-4DC7-AC06-2549F1385AA9}" srcOrd="1" destOrd="0" presId="urn:microsoft.com/office/officeart/2005/8/layout/hierarchy3"/>
    <dgm:cxn modelId="{5571B72E-D3F9-411B-9682-C6A0EFC233EB}" type="presParOf" srcId="{FD4CDD13-4334-4DC7-AC06-2549F1385AA9}" destId="{21CDC8AF-5AF1-4D5E-B17C-C2BFD5ED5F76}" srcOrd="0" destOrd="0" presId="urn:microsoft.com/office/officeart/2005/8/layout/hierarchy3"/>
    <dgm:cxn modelId="{65F87228-C113-4B34-8659-1740D68039E6}" type="presParOf" srcId="{21CDC8AF-5AF1-4D5E-B17C-C2BFD5ED5F76}" destId="{DDBCB667-8D8B-4AB5-BD48-F2EB5992E8D0}" srcOrd="0" destOrd="0" presId="urn:microsoft.com/office/officeart/2005/8/layout/hierarchy3"/>
    <dgm:cxn modelId="{9D112961-F869-49B2-A9BE-8A083C6C3BAF}" type="presParOf" srcId="{21CDC8AF-5AF1-4D5E-B17C-C2BFD5ED5F76}" destId="{C7D39509-7358-45FE-AACA-AB8C7E4EF90A}" srcOrd="1" destOrd="0" presId="urn:microsoft.com/office/officeart/2005/8/layout/hierarchy3"/>
    <dgm:cxn modelId="{0F12B8B1-89A0-4B97-AC46-6D7CE3ED7C15}" type="presParOf" srcId="{FD4CDD13-4334-4DC7-AC06-2549F1385AA9}" destId="{EE6EBFBE-FD87-4B2F-8EFB-19B4D268AF70}" srcOrd="1" destOrd="0" presId="urn:microsoft.com/office/officeart/2005/8/layout/hierarchy3"/>
    <dgm:cxn modelId="{BAD2CA92-0667-4E12-BD37-007E4B0B4F8A}" type="presParOf" srcId="{9838A0A0-3580-4937-BA45-596A1A25423F}" destId="{9000CBB7-73B8-4691-9B9C-7F700893AD45}" srcOrd="2" destOrd="0" presId="urn:microsoft.com/office/officeart/2005/8/layout/hierarchy3"/>
    <dgm:cxn modelId="{52226073-B1A8-4A5E-BCE6-2D72081F02CE}" type="presParOf" srcId="{9000CBB7-73B8-4691-9B9C-7F700893AD45}" destId="{3D80A059-3731-4632-8AF1-223B39BE7770}" srcOrd="0" destOrd="0" presId="urn:microsoft.com/office/officeart/2005/8/layout/hierarchy3"/>
    <dgm:cxn modelId="{4ED5EB78-0DBF-432C-B433-0447DBFD3A64}" type="presParOf" srcId="{3D80A059-3731-4632-8AF1-223B39BE7770}" destId="{9DE6ECFF-E415-4479-B993-9AB3CE3F1AD4}" srcOrd="0" destOrd="0" presId="urn:microsoft.com/office/officeart/2005/8/layout/hierarchy3"/>
    <dgm:cxn modelId="{544CDCEC-09C3-4EE6-BCBD-EF8EB0AEC130}" type="presParOf" srcId="{3D80A059-3731-4632-8AF1-223B39BE7770}" destId="{5DF3E0B9-87BE-4516-AE1D-B342F242B361}" srcOrd="1" destOrd="0" presId="urn:microsoft.com/office/officeart/2005/8/layout/hierarchy3"/>
    <dgm:cxn modelId="{756E970F-1C23-421F-AA82-6FE7198DF3B4}" type="presParOf" srcId="{9000CBB7-73B8-4691-9B9C-7F700893AD45}" destId="{39E5EFF7-B45E-4F3F-9B9C-5C14E0200BB1}" srcOrd="1" destOrd="0" presId="urn:microsoft.com/office/officeart/2005/8/layout/hierarchy3"/>
    <dgm:cxn modelId="{8E2D0136-2218-4F0B-9F76-41C6EB892A82}" type="presParOf" srcId="{9838A0A0-3580-4937-BA45-596A1A25423F}" destId="{3AAA6DEF-4652-4E81-AB02-5A18869987B0}" srcOrd="3" destOrd="0" presId="urn:microsoft.com/office/officeart/2005/8/layout/hierarchy3"/>
    <dgm:cxn modelId="{FEC5341E-4805-4B35-ACA1-0F9C9913E1DC}" type="presParOf" srcId="{3AAA6DEF-4652-4E81-AB02-5A18869987B0}" destId="{84B7B255-D9F0-4416-ADFE-8B445A40FCFE}" srcOrd="0" destOrd="0" presId="urn:microsoft.com/office/officeart/2005/8/layout/hierarchy3"/>
    <dgm:cxn modelId="{54CE6EEE-5960-48BA-BA17-ED540933298C}" type="presParOf" srcId="{84B7B255-D9F0-4416-ADFE-8B445A40FCFE}" destId="{107A5823-4DB9-4DFE-9909-855C62376CDF}" srcOrd="0" destOrd="0" presId="urn:microsoft.com/office/officeart/2005/8/layout/hierarchy3"/>
    <dgm:cxn modelId="{FF77E1C2-39A9-4AA7-A16D-08259DBCFF94}" type="presParOf" srcId="{84B7B255-D9F0-4416-ADFE-8B445A40FCFE}" destId="{9E3072A9-D07B-41BF-A7DA-76F86940C88D}" srcOrd="1" destOrd="0" presId="urn:microsoft.com/office/officeart/2005/8/layout/hierarchy3"/>
    <dgm:cxn modelId="{470C0919-25D6-46CA-B885-77CF5AFB91E0}" type="presParOf" srcId="{3AAA6DEF-4652-4E81-AB02-5A18869987B0}" destId="{B37DBF29-3993-4BAD-B1E0-F4C4A90C0F23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B08571-33AC-41BF-9D73-F79347796021}" type="doc">
      <dgm:prSet loTypeId="urn:microsoft.com/office/officeart/2005/8/layout/hierarchy3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502F1AF8-07A7-4FAC-8ACF-32E5F75AD7EC}">
      <dgm:prSet custT="1"/>
      <dgm:spPr>
        <a:noFill/>
        <a:ln>
          <a:noFill/>
        </a:ln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Pre-Processing &amp; Augmentation</a:t>
          </a:r>
          <a:endParaRPr lang="en-IN" sz="16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919697-CE03-471B-99A4-2941282EC151}" type="parTrans" cxnId="{0AB8AA3B-721B-439E-8CD7-FEED43B9D745}">
      <dgm:prSet/>
      <dgm:spPr/>
      <dgm:t>
        <a:bodyPr/>
        <a:lstStyle/>
        <a:p>
          <a:endParaRPr lang="en-IN"/>
        </a:p>
      </dgm:t>
    </dgm:pt>
    <dgm:pt modelId="{6D7EF7E1-3826-4D23-B2CF-C4D05699355E}" type="sibTrans" cxnId="{0AB8AA3B-721B-439E-8CD7-FEED43B9D745}">
      <dgm:prSet/>
      <dgm:spPr/>
      <dgm:t>
        <a:bodyPr/>
        <a:lstStyle/>
        <a:p>
          <a:endParaRPr lang="en-IN"/>
        </a:p>
      </dgm:t>
    </dgm:pt>
    <dgm:pt modelId="{8DFC6903-86C6-4763-8D61-7A618F2C8E79}">
      <dgm:prSet custT="1"/>
      <dgm:spPr>
        <a:noFill/>
        <a:ln>
          <a:noFill/>
        </a:ln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Hyperparameter Selection</a:t>
          </a:r>
          <a:endParaRPr lang="en-IN" sz="16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A31B81-3490-4D5F-9708-C1137A1AE214}" type="parTrans" cxnId="{73CC22EC-C58A-4201-AB99-1BCAD8E10334}">
      <dgm:prSet/>
      <dgm:spPr/>
      <dgm:t>
        <a:bodyPr/>
        <a:lstStyle/>
        <a:p>
          <a:endParaRPr lang="en-IN"/>
        </a:p>
      </dgm:t>
    </dgm:pt>
    <dgm:pt modelId="{6DB1F070-3E61-4C61-97C3-78B6FA228D29}" type="sibTrans" cxnId="{73CC22EC-C58A-4201-AB99-1BCAD8E10334}">
      <dgm:prSet/>
      <dgm:spPr/>
      <dgm:t>
        <a:bodyPr/>
        <a:lstStyle/>
        <a:p>
          <a:endParaRPr lang="en-IN"/>
        </a:p>
      </dgm:t>
    </dgm:pt>
    <dgm:pt modelId="{6B7C8BC7-E769-4E85-AAB1-48AE92CF549B}">
      <dgm:prSet custT="1"/>
      <dgm:spPr>
        <a:noFill/>
        <a:ln>
          <a:noFill/>
        </a:ln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Individual Transfer Learning Approaches</a:t>
          </a:r>
          <a:endParaRPr lang="en-IN" sz="16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399668-0175-4BB5-8F3A-36D599C3C912}" type="parTrans" cxnId="{30868B86-7FE7-429E-B0C3-6688500C5B37}">
      <dgm:prSet/>
      <dgm:spPr/>
      <dgm:t>
        <a:bodyPr/>
        <a:lstStyle/>
        <a:p>
          <a:endParaRPr lang="en-IN"/>
        </a:p>
      </dgm:t>
    </dgm:pt>
    <dgm:pt modelId="{7632D5C3-5A73-42EA-A95B-2D8227FABF27}" type="sibTrans" cxnId="{30868B86-7FE7-429E-B0C3-6688500C5B37}">
      <dgm:prSet/>
      <dgm:spPr/>
      <dgm:t>
        <a:bodyPr/>
        <a:lstStyle/>
        <a:p>
          <a:endParaRPr lang="en-IN"/>
        </a:p>
      </dgm:t>
    </dgm:pt>
    <dgm:pt modelId="{948A39B7-4809-420F-B839-2D95E02F29F6}">
      <dgm:prSet custT="1"/>
      <dgm:spPr>
        <a:noFill/>
        <a:ln>
          <a:noFill/>
        </a:ln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Ensemble Learning Approach </a:t>
          </a:r>
          <a:endParaRPr lang="en-IN" sz="16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E5DC84-5311-43A3-AAD5-FB1EFCAA16EE}" type="parTrans" cxnId="{38456C7C-F097-482E-99D2-4EF9EA563BE4}">
      <dgm:prSet/>
      <dgm:spPr/>
      <dgm:t>
        <a:bodyPr/>
        <a:lstStyle/>
        <a:p>
          <a:endParaRPr lang="en-IN"/>
        </a:p>
      </dgm:t>
    </dgm:pt>
    <dgm:pt modelId="{CF909521-6786-416F-A2C0-468A398DF9CB}" type="sibTrans" cxnId="{38456C7C-F097-482E-99D2-4EF9EA563BE4}">
      <dgm:prSet/>
      <dgm:spPr/>
      <dgm:t>
        <a:bodyPr/>
        <a:lstStyle/>
        <a:p>
          <a:endParaRPr lang="en-IN"/>
        </a:p>
      </dgm:t>
    </dgm:pt>
    <dgm:pt modelId="{24D82AA9-4077-4B07-AE09-A1285DDDD648}" type="pres">
      <dgm:prSet presAssocID="{17B08571-33AC-41BF-9D73-F7934779602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5529B69-4F39-4E84-BB3C-D7E38F29C0BA}" type="pres">
      <dgm:prSet presAssocID="{502F1AF8-07A7-4FAC-8ACF-32E5F75AD7EC}" presName="root" presStyleCnt="0"/>
      <dgm:spPr/>
    </dgm:pt>
    <dgm:pt modelId="{DEEA98C7-50B1-4DBC-9348-66C68A099935}" type="pres">
      <dgm:prSet presAssocID="{502F1AF8-07A7-4FAC-8ACF-32E5F75AD7EC}" presName="rootComposite" presStyleCnt="0"/>
      <dgm:spPr/>
    </dgm:pt>
    <dgm:pt modelId="{ECE86F03-5727-47AD-ADF3-809B76C17453}" type="pres">
      <dgm:prSet presAssocID="{502F1AF8-07A7-4FAC-8ACF-32E5F75AD7EC}" presName="rootText" presStyleLbl="node1" presStyleIdx="0" presStyleCnt="4"/>
      <dgm:spPr/>
    </dgm:pt>
    <dgm:pt modelId="{9660048C-F7E1-4A16-9597-F1C88650583D}" type="pres">
      <dgm:prSet presAssocID="{502F1AF8-07A7-4FAC-8ACF-32E5F75AD7EC}" presName="rootConnector" presStyleLbl="node1" presStyleIdx="0" presStyleCnt="4"/>
      <dgm:spPr/>
    </dgm:pt>
    <dgm:pt modelId="{647FFE30-9ADC-4D83-8853-955617903C31}" type="pres">
      <dgm:prSet presAssocID="{502F1AF8-07A7-4FAC-8ACF-32E5F75AD7EC}" presName="childShape" presStyleCnt="0"/>
      <dgm:spPr/>
    </dgm:pt>
    <dgm:pt modelId="{9CCC3C57-8C63-4B54-A400-BA90AD17FAD1}" type="pres">
      <dgm:prSet presAssocID="{8DFC6903-86C6-4763-8D61-7A618F2C8E79}" presName="root" presStyleCnt="0"/>
      <dgm:spPr/>
    </dgm:pt>
    <dgm:pt modelId="{1B8625DA-9B40-4538-8568-33D01F6DDA0D}" type="pres">
      <dgm:prSet presAssocID="{8DFC6903-86C6-4763-8D61-7A618F2C8E79}" presName="rootComposite" presStyleCnt="0"/>
      <dgm:spPr/>
    </dgm:pt>
    <dgm:pt modelId="{0EC3086F-0FBE-49AC-AFA9-895C5E48CE66}" type="pres">
      <dgm:prSet presAssocID="{8DFC6903-86C6-4763-8D61-7A618F2C8E79}" presName="rootText" presStyleLbl="node1" presStyleIdx="1" presStyleCnt="4"/>
      <dgm:spPr/>
    </dgm:pt>
    <dgm:pt modelId="{AFF98EA7-1662-4AF1-A308-E611518D4667}" type="pres">
      <dgm:prSet presAssocID="{8DFC6903-86C6-4763-8D61-7A618F2C8E79}" presName="rootConnector" presStyleLbl="node1" presStyleIdx="1" presStyleCnt="4"/>
      <dgm:spPr/>
    </dgm:pt>
    <dgm:pt modelId="{F5B46D1A-6531-4BD7-A359-93B6A8818120}" type="pres">
      <dgm:prSet presAssocID="{8DFC6903-86C6-4763-8D61-7A618F2C8E79}" presName="childShape" presStyleCnt="0"/>
      <dgm:spPr/>
    </dgm:pt>
    <dgm:pt modelId="{A204C69B-B70D-45D9-84F0-FD5EEF92CAC4}" type="pres">
      <dgm:prSet presAssocID="{6B7C8BC7-E769-4E85-AAB1-48AE92CF549B}" presName="root" presStyleCnt="0"/>
      <dgm:spPr/>
    </dgm:pt>
    <dgm:pt modelId="{41D51655-F92E-425E-BD23-1A547471A3A3}" type="pres">
      <dgm:prSet presAssocID="{6B7C8BC7-E769-4E85-AAB1-48AE92CF549B}" presName="rootComposite" presStyleCnt="0"/>
      <dgm:spPr/>
    </dgm:pt>
    <dgm:pt modelId="{5F8D54A7-FD8A-4D67-B5D3-E8469ABC7092}" type="pres">
      <dgm:prSet presAssocID="{6B7C8BC7-E769-4E85-AAB1-48AE92CF549B}" presName="rootText" presStyleLbl="node1" presStyleIdx="2" presStyleCnt="4"/>
      <dgm:spPr/>
    </dgm:pt>
    <dgm:pt modelId="{B456EC66-6F82-4C12-87E8-088A74A60D79}" type="pres">
      <dgm:prSet presAssocID="{6B7C8BC7-E769-4E85-AAB1-48AE92CF549B}" presName="rootConnector" presStyleLbl="node1" presStyleIdx="2" presStyleCnt="4"/>
      <dgm:spPr/>
    </dgm:pt>
    <dgm:pt modelId="{92677B20-273E-4BC0-A039-C2AA2EA6107B}" type="pres">
      <dgm:prSet presAssocID="{6B7C8BC7-E769-4E85-AAB1-48AE92CF549B}" presName="childShape" presStyleCnt="0"/>
      <dgm:spPr/>
    </dgm:pt>
    <dgm:pt modelId="{B5B48B99-6803-4223-81B7-D36AFDF0AAD4}" type="pres">
      <dgm:prSet presAssocID="{948A39B7-4809-420F-B839-2D95E02F29F6}" presName="root" presStyleCnt="0"/>
      <dgm:spPr/>
    </dgm:pt>
    <dgm:pt modelId="{583DFA71-4912-4A68-A5FA-22F142A5027D}" type="pres">
      <dgm:prSet presAssocID="{948A39B7-4809-420F-B839-2D95E02F29F6}" presName="rootComposite" presStyleCnt="0"/>
      <dgm:spPr/>
    </dgm:pt>
    <dgm:pt modelId="{984C8EB4-39F7-4D15-81AF-DBAC95CC161C}" type="pres">
      <dgm:prSet presAssocID="{948A39B7-4809-420F-B839-2D95E02F29F6}" presName="rootText" presStyleLbl="node1" presStyleIdx="3" presStyleCnt="4"/>
      <dgm:spPr/>
    </dgm:pt>
    <dgm:pt modelId="{5D519C6C-8C7B-4901-98F7-827E6A3DC772}" type="pres">
      <dgm:prSet presAssocID="{948A39B7-4809-420F-B839-2D95E02F29F6}" presName="rootConnector" presStyleLbl="node1" presStyleIdx="3" presStyleCnt="4"/>
      <dgm:spPr/>
    </dgm:pt>
    <dgm:pt modelId="{94E115A1-9ACF-4EA0-A35B-0349EF538D61}" type="pres">
      <dgm:prSet presAssocID="{948A39B7-4809-420F-B839-2D95E02F29F6}" presName="childShape" presStyleCnt="0"/>
      <dgm:spPr/>
    </dgm:pt>
  </dgm:ptLst>
  <dgm:cxnLst>
    <dgm:cxn modelId="{6E5E3D12-B5DD-4CC2-9D14-D0F888D5899E}" type="presOf" srcId="{8DFC6903-86C6-4763-8D61-7A618F2C8E79}" destId="{0EC3086F-0FBE-49AC-AFA9-895C5E48CE66}" srcOrd="0" destOrd="0" presId="urn:microsoft.com/office/officeart/2005/8/layout/hierarchy3"/>
    <dgm:cxn modelId="{0AB8AA3B-721B-439E-8CD7-FEED43B9D745}" srcId="{17B08571-33AC-41BF-9D73-F79347796021}" destId="{502F1AF8-07A7-4FAC-8ACF-32E5F75AD7EC}" srcOrd="0" destOrd="0" parTransId="{58919697-CE03-471B-99A4-2941282EC151}" sibTransId="{6D7EF7E1-3826-4D23-B2CF-C4D05699355E}"/>
    <dgm:cxn modelId="{03B21847-1D44-489C-9F4B-6F5CE029AA15}" type="presOf" srcId="{17B08571-33AC-41BF-9D73-F79347796021}" destId="{24D82AA9-4077-4B07-AE09-A1285DDDD648}" srcOrd="0" destOrd="0" presId="urn:microsoft.com/office/officeart/2005/8/layout/hierarchy3"/>
    <dgm:cxn modelId="{38456C7C-F097-482E-99D2-4EF9EA563BE4}" srcId="{17B08571-33AC-41BF-9D73-F79347796021}" destId="{948A39B7-4809-420F-B839-2D95E02F29F6}" srcOrd="3" destOrd="0" parTransId="{D1E5DC84-5311-43A3-AAD5-FB1EFCAA16EE}" sibTransId="{CF909521-6786-416F-A2C0-468A398DF9CB}"/>
    <dgm:cxn modelId="{30868B86-7FE7-429E-B0C3-6688500C5B37}" srcId="{17B08571-33AC-41BF-9D73-F79347796021}" destId="{6B7C8BC7-E769-4E85-AAB1-48AE92CF549B}" srcOrd="2" destOrd="0" parTransId="{9F399668-0175-4BB5-8F3A-36D599C3C912}" sibTransId="{7632D5C3-5A73-42EA-A95B-2D8227FABF27}"/>
    <dgm:cxn modelId="{39C7BA8D-7137-47D3-BAD3-5D92FC3D4788}" type="presOf" srcId="{948A39B7-4809-420F-B839-2D95E02F29F6}" destId="{5D519C6C-8C7B-4901-98F7-827E6A3DC772}" srcOrd="1" destOrd="0" presId="urn:microsoft.com/office/officeart/2005/8/layout/hierarchy3"/>
    <dgm:cxn modelId="{7E5CB699-AE26-4FC8-9CC4-32C9CD686244}" type="presOf" srcId="{6B7C8BC7-E769-4E85-AAB1-48AE92CF549B}" destId="{5F8D54A7-FD8A-4D67-B5D3-E8469ABC7092}" srcOrd="0" destOrd="0" presId="urn:microsoft.com/office/officeart/2005/8/layout/hierarchy3"/>
    <dgm:cxn modelId="{94D7AAA0-7DAE-4E83-8B0B-3AC834D306DB}" type="presOf" srcId="{502F1AF8-07A7-4FAC-8ACF-32E5F75AD7EC}" destId="{9660048C-F7E1-4A16-9597-F1C88650583D}" srcOrd="1" destOrd="0" presId="urn:microsoft.com/office/officeart/2005/8/layout/hierarchy3"/>
    <dgm:cxn modelId="{FF20F6CE-FF5A-4AC5-99B6-5E789305C4A8}" type="presOf" srcId="{948A39B7-4809-420F-B839-2D95E02F29F6}" destId="{984C8EB4-39F7-4D15-81AF-DBAC95CC161C}" srcOrd="0" destOrd="0" presId="urn:microsoft.com/office/officeart/2005/8/layout/hierarchy3"/>
    <dgm:cxn modelId="{470ABBD6-C7F8-4F44-8D94-AB9764BB74A2}" type="presOf" srcId="{6B7C8BC7-E769-4E85-AAB1-48AE92CF549B}" destId="{B456EC66-6F82-4C12-87E8-088A74A60D79}" srcOrd="1" destOrd="0" presId="urn:microsoft.com/office/officeart/2005/8/layout/hierarchy3"/>
    <dgm:cxn modelId="{73CC22EC-C58A-4201-AB99-1BCAD8E10334}" srcId="{17B08571-33AC-41BF-9D73-F79347796021}" destId="{8DFC6903-86C6-4763-8D61-7A618F2C8E79}" srcOrd="1" destOrd="0" parTransId="{8CA31B81-3490-4D5F-9708-C1137A1AE214}" sibTransId="{6DB1F070-3E61-4C61-97C3-78B6FA228D29}"/>
    <dgm:cxn modelId="{58AA9AF6-3847-4D99-BE6C-8A0196C90477}" type="presOf" srcId="{8DFC6903-86C6-4763-8D61-7A618F2C8E79}" destId="{AFF98EA7-1662-4AF1-A308-E611518D4667}" srcOrd="1" destOrd="0" presId="urn:microsoft.com/office/officeart/2005/8/layout/hierarchy3"/>
    <dgm:cxn modelId="{8DA687FC-1DE5-4842-A8B1-D54FA9CF1E7F}" type="presOf" srcId="{502F1AF8-07A7-4FAC-8ACF-32E5F75AD7EC}" destId="{ECE86F03-5727-47AD-ADF3-809B76C17453}" srcOrd="0" destOrd="0" presId="urn:microsoft.com/office/officeart/2005/8/layout/hierarchy3"/>
    <dgm:cxn modelId="{E6C9E627-5D44-400E-A3E5-16D6495DBF06}" type="presParOf" srcId="{24D82AA9-4077-4B07-AE09-A1285DDDD648}" destId="{75529B69-4F39-4E84-BB3C-D7E38F29C0BA}" srcOrd="0" destOrd="0" presId="urn:microsoft.com/office/officeart/2005/8/layout/hierarchy3"/>
    <dgm:cxn modelId="{AA20141D-4AAE-4D4C-9CD5-7FEDE0AE6FF6}" type="presParOf" srcId="{75529B69-4F39-4E84-BB3C-D7E38F29C0BA}" destId="{DEEA98C7-50B1-4DBC-9348-66C68A099935}" srcOrd="0" destOrd="0" presId="urn:microsoft.com/office/officeart/2005/8/layout/hierarchy3"/>
    <dgm:cxn modelId="{5503C8DF-E5DC-4425-872C-0B8E2A608656}" type="presParOf" srcId="{DEEA98C7-50B1-4DBC-9348-66C68A099935}" destId="{ECE86F03-5727-47AD-ADF3-809B76C17453}" srcOrd="0" destOrd="0" presId="urn:microsoft.com/office/officeart/2005/8/layout/hierarchy3"/>
    <dgm:cxn modelId="{EE61F68E-9353-4BEC-9585-544369D4B420}" type="presParOf" srcId="{DEEA98C7-50B1-4DBC-9348-66C68A099935}" destId="{9660048C-F7E1-4A16-9597-F1C88650583D}" srcOrd="1" destOrd="0" presId="urn:microsoft.com/office/officeart/2005/8/layout/hierarchy3"/>
    <dgm:cxn modelId="{90720FE9-50ED-40CE-9662-5E3667A8117C}" type="presParOf" srcId="{75529B69-4F39-4E84-BB3C-D7E38F29C0BA}" destId="{647FFE30-9ADC-4D83-8853-955617903C31}" srcOrd="1" destOrd="0" presId="urn:microsoft.com/office/officeart/2005/8/layout/hierarchy3"/>
    <dgm:cxn modelId="{0533B4EF-0A50-4CA5-BA0F-7F9B8A8B912A}" type="presParOf" srcId="{24D82AA9-4077-4B07-AE09-A1285DDDD648}" destId="{9CCC3C57-8C63-4B54-A400-BA90AD17FAD1}" srcOrd="1" destOrd="0" presId="urn:microsoft.com/office/officeart/2005/8/layout/hierarchy3"/>
    <dgm:cxn modelId="{940CCAF9-9F6A-4A14-BF8E-2848C1B05277}" type="presParOf" srcId="{9CCC3C57-8C63-4B54-A400-BA90AD17FAD1}" destId="{1B8625DA-9B40-4538-8568-33D01F6DDA0D}" srcOrd="0" destOrd="0" presId="urn:microsoft.com/office/officeart/2005/8/layout/hierarchy3"/>
    <dgm:cxn modelId="{C8025E24-07D6-4E67-99A2-6AFBDC87FDCB}" type="presParOf" srcId="{1B8625DA-9B40-4538-8568-33D01F6DDA0D}" destId="{0EC3086F-0FBE-49AC-AFA9-895C5E48CE66}" srcOrd="0" destOrd="0" presId="urn:microsoft.com/office/officeart/2005/8/layout/hierarchy3"/>
    <dgm:cxn modelId="{09617682-BF14-47B0-AE3E-5C8783112008}" type="presParOf" srcId="{1B8625DA-9B40-4538-8568-33D01F6DDA0D}" destId="{AFF98EA7-1662-4AF1-A308-E611518D4667}" srcOrd="1" destOrd="0" presId="urn:microsoft.com/office/officeart/2005/8/layout/hierarchy3"/>
    <dgm:cxn modelId="{8DBE2D54-FEA4-401E-B116-32A4AB55538F}" type="presParOf" srcId="{9CCC3C57-8C63-4B54-A400-BA90AD17FAD1}" destId="{F5B46D1A-6531-4BD7-A359-93B6A8818120}" srcOrd="1" destOrd="0" presId="urn:microsoft.com/office/officeart/2005/8/layout/hierarchy3"/>
    <dgm:cxn modelId="{4CBCCD06-2137-4171-9201-343AFD30E797}" type="presParOf" srcId="{24D82AA9-4077-4B07-AE09-A1285DDDD648}" destId="{A204C69B-B70D-45D9-84F0-FD5EEF92CAC4}" srcOrd="2" destOrd="0" presId="urn:microsoft.com/office/officeart/2005/8/layout/hierarchy3"/>
    <dgm:cxn modelId="{3DF07C9C-BAB8-4D2D-A6B5-8961317294FD}" type="presParOf" srcId="{A204C69B-B70D-45D9-84F0-FD5EEF92CAC4}" destId="{41D51655-F92E-425E-BD23-1A547471A3A3}" srcOrd="0" destOrd="0" presId="urn:microsoft.com/office/officeart/2005/8/layout/hierarchy3"/>
    <dgm:cxn modelId="{81DE29FD-E8CC-4789-A549-B439784DE146}" type="presParOf" srcId="{41D51655-F92E-425E-BD23-1A547471A3A3}" destId="{5F8D54A7-FD8A-4D67-B5D3-E8469ABC7092}" srcOrd="0" destOrd="0" presId="urn:microsoft.com/office/officeart/2005/8/layout/hierarchy3"/>
    <dgm:cxn modelId="{D8B20BB1-80F3-41BA-927C-DF6A75DF026B}" type="presParOf" srcId="{41D51655-F92E-425E-BD23-1A547471A3A3}" destId="{B456EC66-6F82-4C12-87E8-088A74A60D79}" srcOrd="1" destOrd="0" presId="urn:microsoft.com/office/officeart/2005/8/layout/hierarchy3"/>
    <dgm:cxn modelId="{F24563C9-DD0C-4C20-BDB6-5C4E8C74840A}" type="presParOf" srcId="{A204C69B-B70D-45D9-84F0-FD5EEF92CAC4}" destId="{92677B20-273E-4BC0-A039-C2AA2EA6107B}" srcOrd="1" destOrd="0" presId="urn:microsoft.com/office/officeart/2005/8/layout/hierarchy3"/>
    <dgm:cxn modelId="{7532E3E2-7676-4B52-9E2B-69DB88A2C9B9}" type="presParOf" srcId="{24D82AA9-4077-4B07-AE09-A1285DDDD648}" destId="{B5B48B99-6803-4223-81B7-D36AFDF0AAD4}" srcOrd="3" destOrd="0" presId="urn:microsoft.com/office/officeart/2005/8/layout/hierarchy3"/>
    <dgm:cxn modelId="{D6ADA28C-A8F9-45A5-9FCC-5808B5F41CDE}" type="presParOf" srcId="{B5B48B99-6803-4223-81B7-D36AFDF0AAD4}" destId="{583DFA71-4912-4A68-A5FA-22F142A5027D}" srcOrd="0" destOrd="0" presId="urn:microsoft.com/office/officeart/2005/8/layout/hierarchy3"/>
    <dgm:cxn modelId="{3285DC76-473D-4550-9587-2984030AA22A}" type="presParOf" srcId="{583DFA71-4912-4A68-A5FA-22F142A5027D}" destId="{984C8EB4-39F7-4D15-81AF-DBAC95CC161C}" srcOrd="0" destOrd="0" presId="urn:microsoft.com/office/officeart/2005/8/layout/hierarchy3"/>
    <dgm:cxn modelId="{D3595EBB-00D2-4498-B0D0-EBA948199030}" type="presParOf" srcId="{583DFA71-4912-4A68-A5FA-22F142A5027D}" destId="{5D519C6C-8C7B-4901-98F7-827E6A3DC772}" srcOrd="1" destOrd="0" presId="urn:microsoft.com/office/officeart/2005/8/layout/hierarchy3"/>
    <dgm:cxn modelId="{9B656861-2B9B-4184-8873-F3FC383EE964}" type="presParOf" srcId="{B5B48B99-6803-4223-81B7-D36AFDF0AAD4}" destId="{94E115A1-9ACF-4EA0-A35B-0349EF538D6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719EDC-F019-4836-983F-52393A70F9AD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66D78BF-4881-448B-AAB6-4F59A64A1584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Loading 32 Images at a time using parallel method.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17D10F-47FA-4BAB-A85E-2FC0C1545EAF}" type="parTrans" cxnId="{9998B7F8-4162-4F4A-9ABB-B23D92D97494}">
      <dgm:prSet/>
      <dgm:spPr/>
      <dgm:t>
        <a:bodyPr/>
        <a:lstStyle/>
        <a:p>
          <a:endParaRPr lang="en-IN"/>
        </a:p>
      </dgm:t>
    </dgm:pt>
    <dgm:pt modelId="{28CA1327-D238-4D64-A276-97B632628C55}" type="sibTrans" cxnId="{9998B7F8-4162-4F4A-9ABB-B23D92D97494}">
      <dgm:prSet/>
      <dgm:spPr/>
      <dgm:t>
        <a:bodyPr/>
        <a:lstStyle/>
        <a:p>
          <a:endParaRPr lang="en-IN"/>
        </a:p>
      </dgm:t>
    </dgm:pt>
    <dgm:pt modelId="{9EAF74FB-8FEE-4B55-B788-CBD7085AE012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Image Augmentation with a horizontal flip of -45 degrees to +45 degrees, &amp; pixel normalization.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AE69E3-FBE9-4BE3-986C-1055C41DFE46}" type="parTrans" cxnId="{7EBB56C5-520A-41ED-9776-2D82CB1738A0}">
      <dgm:prSet/>
      <dgm:spPr/>
      <dgm:t>
        <a:bodyPr/>
        <a:lstStyle/>
        <a:p>
          <a:endParaRPr lang="en-IN"/>
        </a:p>
      </dgm:t>
    </dgm:pt>
    <dgm:pt modelId="{D9A2303F-5BB8-482A-978C-A2CC5A58AEDE}" type="sibTrans" cxnId="{7EBB56C5-520A-41ED-9776-2D82CB1738A0}">
      <dgm:prSet/>
      <dgm:spPr/>
      <dgm:t>
        <a:bodyPr/>
        <a:lstStyle/>
        <a:p>
          <a:endParaRPr lang="en-IN"/>
        </a:p>
      </dgm:t>
    </dgm:pt>
    <dgm:pt modelId="{67C4B9F1-6C2A-4A9E-8A1E-A9B12619D529}" type="pres">
      <dgm:prSet presAssocID="{CF719EDC-F019-4836-983F-52393A70F9A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F4C954-E8BB-4729-9F43-BEF10880DA2B}" type="pres">
      <dgm:prSet presAssocID="{966D78BF-4881-448B-AAB6-4F59A64A1584}" presName="root" presStyleCnt="0"/>
      <dgm:spPr/>
    </dgm:pt>
    <dgm:pt modelId="{5F2EE389-9580-44E6-AF7F-43924F56990E}" type="pres">
      <dgm:prSet presAssocID="{966D78BF-4881-448B-AAB6-4F59A64A1584}" presName="rootComposite" presStyleCnt="0"/>
      <dgm:spPr/>
    </dgm:pt>
    <dgm:pt modelId="{D7D2BE59-DE05-4A02-BF28-431F209A098F}" type="pres">
      <dgm:prSet presAssocID="{966D78BF-4881-448B-AAB6-4F59A64A1584}" presName="rootText" presStyleLbl="node1" presStyleIdx="0" presStyleCnt="2" custScaleX="333327" custScaleY="290820" custLinFactNeighborY="6586"/>
      <dgm:spPr/>
    </dgm:pt>
    <dgm:pt modelId="{844AD569-B58C-4139-A504-84B4A1A08D06}" type="pres">
      <dgm:prSet presAssocID="{966D78BF-4881-448B-AAB6-4F59A64A1584}" presName="rootConnector" presStyleLbl="node1" presStyleIdx="0" presStyleCnt="2"/>
      <dgm:spPr/>
    </dgm:pt>
    <dgm:pt modelId="{627E5417-0A56-495A-8B2C-4AC3C60E4B6F}" type="pres">
      <dgm:prSet presAssocID="{966D78BF-4881-448B-AAB6-4F59A64A1584}" presName="childShape" presStyleCnt="0"/>
      <dgm:spPr/>
    </dgm:pt>
    <dgm:pt modelId="{A94CAB24-1423-41E4-B656-A0F674880189}" type="pres">
      <dgm:prSet presAssocID="{9EAF74FB-8FEE-4B55-B788-CBD7085AE012}" presName="root" presStyleCnt="0"/>
      <dgm:spPr/>
    </dgm:pt>
    <dgm:pt modelId="{93878EB3-1C79-4E66-A7D4-24240F377C5B}" type="pres">
      <dgm:prSet presAssocID="{9EAF74FB-8FEE-4B55-B788-CBD7085AE012}" presName="rootComposite" presStyleCnt="0"/>
      <dgm:spPr/>
    </dgm:pt>
    <dgm:pt modelId="{488CCC8F-BF76-4BB6-B459-49BDCB359809}" type="pres">
      <dgm:prSet presAssocID="{9EAF74FB-8FEE-4B55-B788-CBD7085AE012}" presName="rootText" presStyleLbl="node1" presStyleIdx="1" presStyleCnt="2" custScaleX="333327" custScaleY="298317"/>
      <dgm:spPr/>
    </dgm:pt>
    <dgm:pt modelId="{764EA458-3BC8-428F-BABA-A6ED64863762}" type="pres">
      <dgm:prSet presAssocID="{9EAF74FB-8FEE-4B55-B788-CBD7085AE012}" presName="rootConnector" presStyleLbl="node1" presStyleIdx="1" presStyleCnt="2"/>
      <dgm:spPr/>
    </dgm:pt>
    <dgm:pt modelId="{1CBB2677-4C05-4F9E-A813-DE01C8099284}" type="pres">
      <dgm:prSet presAssocID="{9EAF74FB-8FEE-4B55-B788-CBD7085AE012}" presName="childShape" presStyleCnt="0"/>
      <dgm:spPr/>
    </dgm:pt>
  </dgm:ptLst>
  <dgm:cxnLst>
    <dgm:cxn modelId="{7A9F4480-EDD5-4D6D-8E52-E40E9C1E18AB}" type="presOf" srcId="{9EAF74FB-8FEE-4B55-B788-CBD7085AE012}" destId="{488CCC8F-BF76-4BB6-B459-49BDCB359809}" srcOrd="0" destOrd="0" presId="urn:microsoft.com/office/officeart/2005/8/layout/hierarchy3"/>
    <dgm:cxn modelId="{80412298-6447-4642-AD39-5946938541CE}" type="presOf" srcId="{966D78BF-4881-448B-AAB6-4F59A64A1584}" destId="{844AD569-B58C-4139-A504-84B4A1A08D06}" srcOrd="1" destOrd="0" presId="urn:microsoft.com/office/officeart/2005/8/layout/hierarchy3"/>
    <dgm:cxn modelId="{40860AAF-D1E4-41CA-9650-C67D520D482E}" type="presOf" srcId="{CF719EDC-F019-4836-983F-52393A70F9AD}" destId="{67C4B9F1-6C2A-4A9E-8A1E-A9B12619D529}" srcOrd="0" destOrd="0" presId="urn:microsoft.com/office/officeart/2005/8/layout/hierarchy3"/>
    <dgm:cxn modelId="{7EBB56C5-520A-41ED-9776-2D82CB1738A0}" srcId="{CF719EDC-F019-4836-983F-52393A70F9AD}" destId="{9EAF74FB-8FEE-4B55-B788-CBD7085AE012}" srcOrd="1" destOrd="0" parTransId="{1EAE69E3-FBE9-4BE3-986C-1055C41DFE46}" sibTransId="{D9A2303F-5BB8-482A-978C-A2CC5A58AEDE}"/>
    <dgm:cxn modelId="{9998B7F8-4162-4F4A-9ABB-B23D92D97494}" srcId="{CF719EDC-F019-4836-983F-52393A70F9AD}" destId="{966D78BF-4881-448B-AAB6-4F59A64A1584}" srcOrd="0" destOrd="0" parTransId="{FF17D10F-47FA-4BAB-A85E-2FC0C1545EAF}" sibTransId="{28CA1327-D238-4D64-A276-97B632628C55}"/>
    <dgm:cxn modelId="{6CBE4FF9-F74D-4A17-BD50-24D97A9CFACC}" type="presOf" srcId="{966D78BF-4881-448B-AAB6-4F59A64A1584}" destId="{D7D2BE59-DE05-4A02-BF28-431F209A098F}" srcOrd="0" destOrd="0" presId="urn:microsoft.com/office/officeart/2005/8/layout/hierarchy3"/>
    <dgm:cxn modelId="{7EF3A8F9-7E32-4549-A44A-A69268BD86B2}" type="presOf" srcId="{9EAF74FB-8FEE-4B55-B788-CBD7085AE012}" destId="{764EA458-3BC8-428F-BABA-A6ED64863762}" srcOrd="1" destOrd="0" presId="urn:microsoft.com/office/officeart/2005/8/layout/hierarchy3"/>
    <dgm:cxn modelId="{DC21D5BC-AA0D-4588-9978-CF1CFFA2358B}" type="presParOf" srcId="{67C4B9F1-6C2A-4A9E-8A1E-A9B12619D529}" destId="{6CF4C954-E8BB-4729-9F43-BEF10880DA2B}" srcOrd="0" destOrd="0" presId="urn:microsoft.com/office/officeart/2005/8/layout/hierarchy3"/>
    <dgm:cxn modelId="{983BD800-337B-4B73-8F65-50BE0515FD46}" type="presParOf" srcId="{6CF4C954-E8BB-4729-9F43-BEF10880DA2B}" destId="{5F2EE389-9580-44E6-AF7F-43924F56990E}" srcOrd="0" destOrd="0" presId="urn:microsoft.com/office/officeart/2005/8/layout/hierarchy3"/>
    <dgm:cxn modelId="{854863CA-1A9F-4CE6-8CA3-1A170BC99700}" type="presParOf" srcId="{5F2EE389-9580-44E6-AF7F-43924F56990E}" destId="{D7D2BE59-DE05-4A02-BF28-431F209A098F}" srcOrd="0" destOrd="0" presId="urn:microsoft.com/office/officeart/2005/8/layout/hierarchy3"/>
    <dgm:cxn modelId="{E17E89EF-778A-4807-A8B0-3ED44C8E7318}" type="presParOf" srcId="{5F2EE389-9580-44E6-AF7F-43924F56990E}" destId="{844AD569-B58C-4139-A504-84B4A1A08D06}" srcOrd="1" destOrd="0" presId="urn:microsoft.com/office/officeart/2005/8/layout/hierarchy3"/>
    <dgm:cxn modelId="{6A5BED41-426E-4B91-AE0E-0286568502AE}" type="presParOf" srcId="{6CF4C954-E8BB-4729-9F43-BEF10880DA2B}" destId="{627E5417-0A56-495A-8B2C-4AC3C60E4B6F}" srcOrd="1" destOrd="0" presId="urn:microsoft.com/office/officeart/2005/8/layout/hierarchy3"/>
    <dgm:cxn modelId="{D5123E90-26A6-4E95-8026-6DAFB7A88FA9}" type="presParOf" srcId="{67C4B9F1-6C2A-4A9E-8A1E-A9B12619D529}" destId="{A94CAB24-1423-41E4-B656-A0F674880189}" srcOrd="1" destOrd="0" presId="urn:microsoft.com/office/officeart/2005/8/layout/hierarchy3"/>
    <dgm:cxn modelId="{B5C109DA-E3C7-4494-B677-781CC658D450}" type="presParOf" srcId="{A94CAB24-1423-41E4-B656-A0F674880189}" destId="{93878EB3-1C79-4E66-A7D4-24240F377C5B}" srcOrd="0" destOrd="0" presId="urn:microsoft.com/office/officeart/2005/8/layout/hierarchy3"/>
    <dgm:cxn modelId="{DA0E6637-708A-45B7-8C8C-32FE41634C0B}" type="presParOf" srcId="{93878EB3-1C79-4E66-A7D4-24240F377C5B}" destId="{488CCC8F-BF76-4BB6-B459-49BDCB359809}" srcOrd="0" destOrd="0" presId="urn:microsoft.com/office/officeart/2005/8/layout/hierarchy3"/>
    <dgm:cxn modelId="{50C0C21F-1629-4CFE-BE8B-252213970848}" type="presParOf" srcId="{93878EB3-1C79-4E66-A7D4-24240F377C5B}" destId="{764EA458-3BC8-428F-BABA-A6ED64863762}" srcOrd="1" destOrd="0" presId="urn:microsoft.com/office/officeart/2005/8/layout/hierarchy3"/>
    <dgm:cxn modelId="{2421D721-3894-4531-9DC1-427E3939504A}" type="presParOf" srcId="{A94CAB24-1423-41E4-B656-A0F674880189}" destId="{1CBB2677-4C05-4F9E-A813-DE01C809928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C7A2E1C-D5F9-4601-895E-B8991E29E616}" type="doc">
      <dgm:prSet loTypeId="urn:microsoft.com/office/officeart/2005/8/layout/hierarchy3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AC4F0038-500E-45AC-8DF3-16F7DA427466}">
      <dgm:prSet custT="1"/>
      <dgm:spPr>
        <a:ln>
          <a:noFill/>
        </a:ln>
      </dgm:spPr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Loss-Function 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Categorical Focal Loss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3221B9-A295-4DCE-A0C0-51E659E3E346}" type="parTrans" cxnId="{2EEA137D-732C-4E89-9A4F-43A3435E2233}">
      <dgm:prSet/>
      <dgm:spPr/>
      <dgm:t>
        <a:bodyPr/>
        <a:lstStyle/>
        <a:p>
          <a:endParaRPr lang="en-IN"/>
        </a:p>
      </dgm:t>
    </dgm:pt>
    <dgm:pt modelId="{832A33EE-674F-4F83-8895-3A631EC788BA}" type="sibTrans" cxnId="{2EEA137D-732C-4E89-9A4F-43A3435E2233}">
      <dgm:prSet/>
      <dgm:spPr/>
      <dgm:t>
        <a:bodyPr/>
        <a:lstStyle/>
        <a:p>
          <a:endParaRPr lang="en-IN"/>
        </a:p>
      </dgm:t>
    </dgm:pt>
    <dgm:pt modelId="{2F6B1B0D-4976-4950-B706-A82244FAB7D1}">
      <dgm:prSet custT="1"/>
      <dgm:spPr>
        <a:ln>
          <a:noFill/>
        </a:ln>
      </dgm:spPr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Optimizer</a:t>
          </a:r>
        </a:p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Adam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9AA448-1AF9-4910-9923-8C2F92608365}" type="parTrans" cxnId="{5E6EC839-895B-49BF-A845-F7FB3F454F87}">
      <dgm:prSet/>
      <dgm:spPr/>
      <dgm:t>
        <a:bodyPr/>
        <a:lstStyle/>
        <a:p>
          <a:endParaRPr lang="en-IN"/>
        </a:p>
      </dgm:t>
    </dgm:pt>
    <dgm:pt modelId="{21A00663-F357-4387-99DD-03CC722F3F69}" type="sibTrans" cxnId="{5E6EC839-895B-49BF-A845-F7FB3F454F87}">
      <dgm:prSet/>
      <dgm:spPr/>
      <dgm:t>
        <a:bodyPr/>
        <a:lstStyle/>
        <a:p>
          <a:endParaRPr lang="en-IN"/>
        </a:p>
      </dgm:t>
    </dgm:pt>
    <dgm:pt modelId="{EA013E48-6F88-4B96-BD49-A92ECB68F1A0}">
      <dgm:prSet custT="1"/>
      <dgm:spPr>
        <a:ln>
          <a:noFill/>
        </a:ln>
      </dgm:spPr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Learning Rate </a:t>
          </a:r>
        </a:p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0.0001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082A3D-3EE0-441F-A7EC-F2E7E111BA2C}" type="parTrans" cxnId="{81BC808F-240A-470A-A543-93C9CA163E1E}">
      <dgm:prSet/>
      <dgm:spPr/>
      <dgm:t>
        <a:bodyPr/>
        <a:lstStyle/>
        <a:p>
          <a:endParaRPr lang="en-IN"/>
        </a:p>
      </dgm:t>
    </dgm:pt>
    <dgm:pt modelId="{C91C78DB-B4AE-4012-8C6A-C4C6D459C522}" type="sibTrans" cxnId="{81BC808F-240A-470A-A543-93C9CA163E1E}">
      <dgm:prSet/>
      <dgm:spPr/>
      <dgm:t>
        <a:bodyPr/>
        <a:lstStyle/>
        <a:p>
          <a:endParaRPr lang="en-IN"/>
        </a:p>
      </dgm:t>
    </dgm:pt>
    <dgm:pt modelId="{1A497A21-D776-4308-B1AB-C96F04EC5334}">
      <dgm:prSet custT="1"/>
      <dgm:spPr>
        <a:ln>
          <a:noFill/>
        </a:ln>
      </dgm:spPr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No. of epochs ran</a:t>
          </a:r>
        </a:p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25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C47565-9DB2-4E58-B4A7-93094F76D3EA}" type="parTrans" cxnId="{EBCEFEA0-649D-476C-84AA-E68E2E603FD3}">
      <dgm:prSet/>
      <dgm:spPr/>
      <dgm:t>
        <a:bodyPr/>
        <a:lstStyle/>
        <a:p>
          <a:endParaRPr lang="en-IN"/>
        </a:p>
      </dgm:t>
    </dgm:pt>
    <dgm:pt modelId="{7FF9222B-B601-4FD5-A4A9-E06EE6D53A70}" type="sibTrans" cxnId="{EBCEFEA0-649D-476C-84AA-E68E2E603FD3}">
      <dgm:prSet/>
      <dgm:spPr/>
      <dgm:t>
        <a:bodyPr/>
        <a:lstStyle/>
        <a:p>
          <a:endParaRPr lang="en-IN"/>
        </a:p>
      </dgm:t>
    </dgm:pt>
    <dgm:pt modelId="{445229AA-E2D2-424E-8343-EC5E03AD3B3D}" type="pres">
      <dgm:prSet presAssocID="{EC7A2E1C-D5F9-4601-895E-B8991E29E61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17C1A9-6AE5-4988-8D80-2F9CF6147CE0}" type="pres">
      <dgm:prSet presAssocID="{AC4F0038-500E-45AC-8DF3-16F7DA427466}" presName="root" presStyleCnt="0"/>
      <dgm:spPr/>
    </dgm:pt>
    <dgm:pt modelId="{08A40751-1FBF-4E25-BC69-4B25153E55B4}" type="pres">
      <dgm:prSet presAssocID="{AC4F0038-500E-45AC-8DF3-16F7DA427466}" presName="rootComposite" presStyleCnt="0"/>
      <dgm:spPr/>
    </dgm:pt>
    <dgm:pt modelId="{B24D4BCE-9D88-47B5-9924-E6EAE43AB469}" type="pres">
      <dgm:prSet presAssocID="{AC4F0038-500E-45AC-8DF3-16F7DA427466}" presName="rootText" presStyleLbl="node1" presStyleIdx="0" presStyleCnt="4" custScaleX="103102" custScaleY="144537"/>
      <dgm:spPr/>
    </dgm:pt>
    <dgm:pt modelId="{C1DD3426-66E6-4763-B0DF-D9351146E946}" type="pres">
      <dgm:prSet presAssocID="{AC4F0038-500E-45AC-8DF3-16F7DA427466}" presName="rootConnector" presStyleLbl="node1" presStyleIdx="0" presStyleCnt="4"/>
      <dgm:spPr/>
    </dgm:pt>
    <dgm:pt modelId="{CA924E82-217D-4553-9CC4-2D5F224BB85D}" type="pres">
      <dgm:prSet presAssocID="{AC4F0038-500E-45AC-8DF3-16F7DA427466}" presName="childShape" presStyleCnt="0"/>
      <dgm:spPr/>
    </dgm:pt>
    <dgm:pt modelId="{46B4CB33-C7BE-4979-A5B8-02941BA12943}" type="pres">
      <dgm:prSet presAssocID="{2F6B1B0D-4976-4950-B706-A82244FAB7D1}" presName="root" presStyleCnt="0"/>
      <dgm:spPr/>
    </dgm:pt>
    <dgm:pt modelId="{AD4A0EF2-26E1-4F71-8A54-52DE9B524250}" type="pres">
      <dgm:prSet presAssocID="{2F6B1B0D-4976-4950-B706-A82244FAB7D1}" presName="rootComposite" presStyleCnt="0"/>
      <dgm:spPr/>
    </dgm:pt>
    <dgm:pt modelId="{FCA0C6E8-9D54-465B-A35B-C85DF51DE788}" type="pres">
      <dgm:prSet presAssocID="{2F6B1B0D-4976-4950-B706-A82244FAB7D1}" presName="rootText" presStyleLbl="node1" presStyleIdx="1" presStyleCnt="4" custScaleX="103102" custScaleY="144537"/>
      <dgm:spPr/>
    </dgm:pt>
    <dgm:pt modelId="{A790AAE1-CB5B-4BD2-9C2C-FBDB4D63ECEA}" type="pres">
      <dgm:prSet presAssocID="{2F6B1B0D-4976-4950-B706-A82244FAB7D1}" presName="rootConnector" presStyleLbl="node1" presStyleIdx="1" presStyleCnt="4"/>
      <dgm:spPr/>
    </dgm:pt>
    <dgm:pt modelId="{FE909D86-FD39-4B41-98E2-351878A4E5D4}" type="pres">
      <dgm:prSet presAssocID="{2F6B1B0D-4976-4950-B706-A82244FAB7D1}" presName="childShape" presStyleCnt="0"/>
      <dgm:spPr/>
    </dgm:pt>
    <dgm:pt modelId="{C14B983B-4B23-4279-9DC3-8F818A296356}" type="pres">
      <dgm:prSet presAssocID="{EA013E48-6F88-4B96-BD49-A92ECB68F1A0}" presName="root" presStyleCnt="0"/>
      <dgm:spPr/>
    </dgm:pt>
    <dgm:pt modelId="{1331D5EB-446E-4678-B797-F2FC7716F563}" type="pres">
      <dgm:prSet presAssocID="{EA013E48-6F88-4B96-BD49-A92ECB68F1A0}" presName="rootComposite" presStyleCnt="0"/>
      <dgm:spPr/>
    </dgm:pt>
    <dgm:pt modelId="{AD66557B-2952-4A3F-9CE7-4A636B1B3BFF}" type="pres">
      <dgm:prSet presAssocID="{EA013E48-6F88-4B96-BD49-A92ECB68F1A0}" presName="rootText" presStyleLbl="node1" presStyleIdx="2" presStyleCnt="4" custScaleX="103102" custScaleY="144537"/>
      <dgm:spPr/>
    </dgm:pt>
    <dgm:pt modelId="{8318AFD8-9B22-4C9C-A514-CB0647DFC0A0}" type="pres">
      <dgm:prSet presAssocID="{EA013E48-6F88-4B96-BD49-A92ECB68F1A0}" presName="rootConnector" presStyleLbl="node1" presStyleIdx="2" presStyleCnt="4"/>
      <dgm:spPr/>
    </dgm:pt>
    <dgm:pt modelId="{C85E1B03-7D34-4CC4-B212-EE6877703FD9}" type="pres">
      <dgm:prSet presAssocID="{EA013E48-6F88-4B96-BD49-A92ECB68F1A0}" presName="childShape" presStyleCnt="0"/>
      <dgm:spPr/>
    </dgm:pt>
    <dgm:pt modelId="{4908DFB1-B8B9-4778-B727-4A3AFE7E32E8}" type="pres">
      <dgm:prSet presAssocID="{1A497A21-D776-4308-B1AB-C96F04EC5334}" presName="root" presStyleCnt="0"/>
      <dgm:spPr/>
    </dgm:pt>
    <dgm:pt modelId="{25531882-8E46-475C-8EAB-76D834EAA5C3}" type="pres">
      <dgm:prSet presAssocID="{1A497A21-D776-4308-B1AB-C96F04EC5334}" presName="rootComposite" presStyleCnt="0"/>
      <dgm:spPr/>
    </dgm:pt>
    <dgm:pt modelId="{75E701B6-2D5F-4C6F-A2DE-8284B8F863A6}" type="pres">
      <dgm:prSet presAssocID="{1A497A21-D776-4308-B1AB-C96F04EC5334}" presName="rootText" presStyleLbl="node1" presStyleIdx="3" presStyleCnt="4" custScaleX="103102" custScaleY="144537"/>
      <dgm:spPr/>
    </dgm:pt>
    <dgm:pt modelId="{40DEB4A0-0CC8-4830-BDE9-68BFD018E850}" type="pres">
      <dgm:prSet presAssocID="{1A497A21-D776-4308-B1AB-C96F04EC5334}" presName="rootConnector" presStyleLbl="node1" presStyleIdx="3" presStyleCnt="4"/>
      <dgm:spPr/>
    </dgm:pt>
    <dgm:pt modelId="{C6D6F7C6-C644-4305-8EE3-49334D68E9E5}" type="pres">
      <dgm:prSet presAssocID="{1A497A21-D776-4308-B1AB-C96F04EC5334}" presName="childShape" presStyleCnt="0"/>
      <dgm:spPr/>
    </dgm:pt>
  </dgm:ptLst>
  <dgm:cxnLst>
    <dgm:cxn modelId="{2FA34D32-5C46-45A5-AFEE-3132990666C3}" type="presOf" srcId="{EC7A2E1C-D5F9-4601-895E-B8991E29E616}" destId="{445229AA-E2D2-424E-8343-EC5E03AD3B3D}" srcOrd="0" destOrd="0" presId="urn:microsoft.com/office/officeart/2005/8/layout/hierarchy3"/>
    <dgm:cxn modelId="{5E6EC839-895B-49BF-A845-F7FB3F454F87}" srcId="{EC7A2E1C-D5F9-4601-895E-B8991E29E616}" destId="{2F6B1B0D-4976-4950-B706-A82244FAB7D1}" srcOrd="1" destOrd="0" parTransId="{9B9AA448-1AF9-4910-9923-8C2F92608365}" sibTransId="{21A00663-F357-4387-99DD-03CC722F3F69}"/>
    <dgm:cxn modelId="{CACD113D-84F8-466E-85F6-3271677F4F6E}" type="presOf" srcId="{EA013E48-6F88-4B96-BD49-A92ECB68F1A0}" destId="{8318AFD8-9B22-4C9C-A514-CB0647DFC0A0}" srcOrd="1" destOrd="0" presId="urn:microsoft.com/office/officeart/2005/8/layout/hierarchy3"/>
    <dgm:cxn modelId="{A627B470-A4A6-46F3-9A52-93D1074339CF}" type="presOf" srcId="{1A497A21-D776-4308-B1AB-C96F04EC5334}" destId="{75E701B6-2D5F-4C6F-A2DE-8284B8F863A6}" srcOrd="0" destOrd="0" presId="urn:microsoft.com/office/officeart/2005/8/layout/hierarchy3"/>
    <dgm:cxn modelId="{5C1AFB56-3C4B-4D48-A539-4B192F2C9BD0}" type="presOf" srcId="{1A497A21-D776-4308-B1AB-C96F04EC5334}" destId="{40DEB4A0-0CC8-4830-BDE9-68BFD018E850}" srcOrd="1" destOrd="0" presId="urn:microsoft.com/office/officeart/2005/8/layout/hierarchy3"/>
    <dgm:cxn modelId="{2EEA137D-732C-4E89-9A4F-43A3435E2233}" srcId="{EC7A2E1C-D5F9-4601-895E-B8991E29E616}" destId="{AC4F0038-500E-45AC-8DF3-16F7DA427466}" srcOrd="0" destOrd="0" parTransId="{793221B9-A295-4DCE-A0C0-51E659E3E346}" sibTransId="{832A33EE-674F-4F83-8895-3A631EC788BA}"/>
    <dgm:cxn modelId="{7079B48D-58E4-4AEE-9110-223A6B797EF5}" type="presOf" srcId="{AC4F0038-500E-45AC-8DF3-16F7DA427466}" destId="{C1DD3426-66E6-4763-B0DF-D9351146E946}" srcOrd="1" destOrd="0" presId="urn:microsoft.com/office/officeart/2005/8/layout/hierarchy3"/>
    <dgm:cxn modelId="{81BC808F-240A-470A-A543-93C9CA163E1E}" srcId="{EC7A2E1C-D5F9-4601-895E-B8991E29E616}" destId="{EA013E48-6F88-4B96-BD49-A92ECB68F1A0}" srcOrd="2" destOrd="0" parTransId="{AF082A3D-3EE0-441F-A7EC-F2E7E111BA2C}" sibTransId="{C91C78DB-B4AE-4012-8C6A-C4C6D459C522}"/>
    <dgm:cxn modelId="{EBCEFEA0-649D-476C-84AA-E68E2E603FD3}" srcId="{EC7A2E1C-D5F9-4601-895E-B8991E29E616}" destId="{1A497A21-D776-4308-B1AB-C96F04EC5334}" srcOrd="3" destOrd="0" parTransId="{8BC47565-9DB2-4E58-B4A7-93094F76D3EA}" sibTransId="{7FF9222B-B601-4FD5-A4A9-E06EE6D53A70}"/>
    <dgm:cxn modelId="{C9C88FA6-69CF-4962-BCAA-2219833245CC}" type="presOf" srcId="{EA013E48-6F88-4B96-BD49-A92ECB68F1A0}" destId="{AD66557B-2952-4A3F-9CE7-4A636B1B3BFF}" srcOrd="0" destOrd="0" presId="urn:microsoft.com/office/officeart/2005/8/layout/hierarchy3"/>
    <dgm:cxn modelId="{1B163BE9-8ACB-4247-B3AF-AF9AB0ABEC7F}" type="presOf" srcId="{2F6B1B0D-4976-4950-B706-A82244FAB7D1}" destId="{A790AAE1-CB5B-4BD2-9C2C-FBDB4D63ECEA}" srcOrd="1" destOrd="0" presId="urn:microsoft.com/office/officeart/2005/8/layout/hierarchy3"/>
    <dgm:cxn modelId="{4FD0AFF3-CB35-4290-A4C4-7C0ADA0B0BAC}" type="presOf" srcId="{AC4F0038-500E-45AC-8DF3-16F7DA427466}" destId="{B24D4BCE-9D88-47B5-9924-E6EAE43AB469}" srcOrd="0" destOrd="0" presId="urn:microsoft.com/office/officeart/2005/8/layout/hierarchy3"/>
    <dgm:cxn modelId="{C640B0FC-9B09-4582-BB0F-17243CE248B4}" type="presOf" srcId="{2F6B1B0D-4976-4950-B706-A82244FAB7D1}" destId="{FCA0C6E8-9D54-465B-A35B-C85DF51DE788}" srcOrd="0" destOrd="0" presId="urn:microsoft.com/office/officeart/2005/8/layout/hierarchy3"/>
    <dgm:cxn modelId="{565C8D65-E815-4F4F-BE63-0A35EA9DCA5B}" type="presParOf" srcId="{445229AA-E2D2-424E-8343-EC5E03AD3B3D}" destId="{1E17C1A9-6AE5-4988-8D80-2F9CF6147CE0}" srcOrd="0" destOrd="0" presId="urn:microsoft.com/office/officeart/2005/8/layout/hierarchy3"/>
    <dgm:cxn modelId="{D37B1B9F-DC11-4AF2-9117-9D386174D515}" type="presParOf" srcId="{1E17C1A9-6AE5-4988-8D80-2F9CF6147CE0}" destId="{08A40751-1FBF-4E25-BC69-4B25153E55B4}" srcOrd="0" destOrd="0" presId="urn:microsoft.com/office/officeart/2005/8/layout/hierarchy3"/>
    <dgm:cxn modelId="{921C06D6-6BC8-4B70-89F0-559FE273860F}" type="presParOf" srcId="{08A40751-1FBF-4E25-BC69-4B25153E55B4}" destId="{B24D4BCE-9D88-47B5-9924-E6EAE43AB469}" srcOrd="0" destOrd="0" presId="urn:microsoft.com/office/officeart/2005/8/layout/hierarchy3"/>
    <dgm:cxn modelId="{7407101C-CF73-4A74-AFD6-4D9DD2D7797B}" type="presParOf" srcId="{08A40751-1FBF-4E25-BC69-4B25153E55B4}" destId="{C1DD3426-66E6-4763-B0DF-D9351146E946}" srcOrd="1" destOrd="0" presId="urn:microsoft.com/office/officeart/2005/8/layout/hierarchy3"/>
    <dgm:cxn modelId="{4DD7BFB9-864C-4AF9-AD7E-BFFFF06CDE99}" type="presParOf" srcId="{1E17C1A9-6AE5-4988-8D80-2F9CF6147CE0}" destId="{CA924E82-217D-4553-9CC4-2D5F224BB85D}" srcOrd="1" destOrd="0" presId="urn:microsoft.com/office/officeart/2005/8/layout/hierarchy3"/>
    <dgm:cxn modelId="{02D1F4B7-6EFF-4CBE-851A-67DA8D224268}" type="presParOf" srcId="{445229AA-E2D2-424E-8343-EC5E03AD3B3D}" destId="{46B4CB33-C7BE-4979-A5B8-02941BA12943}" srcOrd="1" destOrd="0" presId="urn:microsoft.com/office/officeart/2005/8/layout/hierarchy3"/>
    <dgm:cxn modelId="{382229D5-A309-42F7-9D48-20C72C0CF463}" type="presParOf" srcId="{46B4CB33-C7BE-4979-A5B8-02941BA12943}" destId="{AD4A0EF2-26E1-4F71-8A54-52DE9B524250}" srcOrd="0" destOrd="0" presId="urn:microsoft.com/office/officeart/2005/8/layout/hierarchy3"/>
    <dgm:cxn modelId="{5B6524B5-46E8-42FB-AE21-124755DC94EC}" type="presParOf" srcId="{AD4A0EF2-26E1-4F71-8A54-52DE9B524250}" destId="{FCA0C6E8-9D54-465B-A35B-C85DF51DE788}" srcOrd="0" destOrd="0" presId="urn:microsoft.com/office/officeart/2005/8/layout/hierarchy3"/>
    <dgm:cxn modelId="{73FB4627-1016-4035-A1A2-1FF18E6FC02E}" type="presParOf" srcId="{AD4A0EF2-26E1-4F71-8A54-52DE9B524250}" destId="{A790AAE1-CB5B-4BD2-9C2C-FBDB4D63ECEA}" srcOrd="1" destOrd="0" presId="urn:microsoft.com/office/officeart/2005/8/layout/hierarchy3"/>
    <dgm:cxn modelId="{B69967B2-3FD2-48B7-8CA6-CF189B98F0CD}" type="presParOf" srcId="{46B4CB33-C7BE-4979-A5B8-02941BA12943}" destId="{FE909D86-FD39-4B41-98E2-351878A4E5D4}" srcOrd="1" destOrd="0" presId="urn:microsoft.com/office/officeart/2005/8/layout/hierarchy3"/>
    <dgm:cxn modelId="{37EEA99D-8F51-492E-83C2-3085E8A22BF5}" type="presParOf" srcId="{445229AA-E2D2-424E-8343-EC5E03AD3B3D}" destId="{C14B983B-4B23-4279-9DC3-8F818A296356}" srcOrd="2" destOrd="0" presId="urn:microsoft.com/office/officeart/2005/8/layout/hierarchy3"/>
    <dgm:cxn modelId="{1ED8BA78-18EB-4C32-998B-98567A4CE38E}" type="presParOf" srcId="{C14B983B-4B23-4279-9DC3-8F818A296356}" destId="{1331D5EB-446E-4678-B797-F2FC7716F563}" srcOrd="0" destOrd="0" presId="urn:microsoft.com/office/officeart/2005/8/layout/hierarchy3"/>
    <dgm:cxn modelId="{1251AB7E-36DF-4BDA-AEDD-4748DDA8BC0D}" type="presParOf" srcId="{1331D5EB-446E-4678-B797-F2FC7716F563}" destId="{AD66557B-2952-4A3F-9CE7-4A636B1B3BFF}" srcOrd="0" destOrd="0" presId="urn:microsoft.com/office/officeart/2005/8/layout/hierarchy3"/>
    <dgm:cxn modelId="{11C13CD5-2D3D-4135-8619-4F74A5FFEAE4}" type="presParOf" srcId="{1331D5EB-446E-4678-B797-F2FC7716F563}" destId="{8318AFD8-9B22-4C9C-A514-CB0647DFC0A0}" srcOrd="1" destOrd="0" presId="urn:microsoft.com/office/officeart/2005/8/layout/hierarchy3"/>
    <dgm:cxn modelId="{6C716A0E-BBED-4801-A03A-A7BC3EF3B928}" type="presParOf" srcId="{C14B983B-4B23-4279-9DC3-8F818A296356}" destId="{C85E1B03-7D34-4CC4-B212-EE6877703FD9}" srcOrd="1" destOrd="0" presId="urn:microsoft.com/office/officeart/2005/8/layout/hierarchy3"/>
    <dgm:cxn modelId="{3C11EC8B-FE6F-4CB6-95B2-A131F0101237}" type="presParOf" srcId="{445229AA-E2D2-424E-8343-EC5E03AD3B3D}" destId="{4908DFB1-B8B9-4778-B727-4A3AFE7E32E8}" srcOrd="3" destOrd="0" presId="urn:microsoft.com/office/officeart/2005/8/layout/hierarchy3"/>
    <dgm:cxn modelId="{B5C240C8-5CA3-462B-9112-9890A3C9087C}" type="presParOf" srcId="{4908DFB1-B8B9-4778-B727-4A3AFE7E32E8}" destId="{25531882-8E46-475C-8EAB-76D834EAA5C3}" srcOrd="0" destOrd="0" presId="urn:microsoft.com/office/officeart/2005/8/layout/hierarchy3"/>
    <dgm:cxn modelId="{A87D95A7-0B58-44AE-910F-5F8C83A32374}" type="presParOf" srcId="{25531882-8E46-475C-8EAB-76D834EAA5C3}" destId="{75E701B6-2D5F-4C6F-A2DE-8284B8F863A6}" srcOrd="0" destOrd="0" presId="urn:microsoft.com/office/officeart/2005/8/layout/hierarchy3"/>
    <dgm:cxn modelId="{135D249C-C43A-4F33-BD6F-BDD99C02EA52}" type="presParOf" srcId="{25531882-8E46-475C-8EAB-76D834EAA5C3}" destId="{40DEB4A0-0CC8-4830-BDE9-68BFD018E850}" srcOrd="1" destOrd="0" presId="urn:microsoft.com/office/officeart/2005/8/layout/hierarchy3"/>
    <dgm:cxn modelId="{1A9FD230-A372-45F5-B727-3BB1240AB53D}" type="presParOf" srcId="{4908DFB1-B8B9-4778-B727-4A3AFE7E32E8}" destId="{C6D6F7C6-C644-4305-8EE3-49334D68E9E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F719EDC-F019-4836-983F-52393A70F9AD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66D78BF-4881-448B-AAB6-4F59A64A1584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Using</a:t>
          </a:r>
          <a:r>
            <a:rPr lang="en-US" sz="16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pre-trained CNN models without their top classification layer for feature extraction.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17D10F-47FA-4BAB-A85E-2FC0C1545EAF}" type="parTrans" cxnId="{9998B7F8-4162-4F4A-9ABB-B23D92D97494}">
      <dgm:prSet/>
      <dgm:spPr/>
      <dgm:t>
        <a:bodyPr/>
        <a:lstStyle/>
        <a:p>
          <a:endParaRPr lang="en-IN"/>
        </a:p>
      </dgm:t>
    </dgm:pt>
    <dgm:pt modelId="{28CA1327-D238-4D64-A276-97B632628C55}" type="sibTrans" cxnId="{9998B7F8-4162-4F4A-9ABB-B23D92D97494}">
      <dgm:prSet/>
      <dgm:spPr/>
      <dgm:t>
        <a:bodyPr/>
        <a:lstStyle/>
        <a:p>
          <a:endParaRPr lang="en-IN"/>
        </a:p>
      </dgm:t>
    </dgm:pt>
    <dgm:pt modelId="{9EAF74FB-8FEE-4B55-B788-CBD7085AE012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Using</a:t>
          </a:r>
          <a:r>
            <a:rPr lang="en-US" sz="16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 Dense Layer along with a </a:t>
          </a:r>
          <a:r>
            <a:rPr lang="en-US" sz="16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softmax</a:t>
          </a:r>
          <a:r>
            <a:rPr lang="en-US" sz="16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layer for pattern recognition &amp; classification of multiple classes.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AE69E3-FBE9-4BE3-986C-1055C41DFE46}" type="parTrans" cxnId="{7EBB56C5-520A-41ED-9776-2D82CB1738A0}">
      <dgm:prSet/>
      <dgm:spPr/>
      <dgm:t>
        <a:bodyPr/>
        <a:lstStyle/>
        <a:p>
          <a:endParaRPr lang="en-IN"/>
        </a:p>
      </dgm:t>
    </dgm:pt>
    <dgm:pt modelId="{D9A2303F-5BB8-482A-978C-A2CC5A58AEDE}" type="sibTrans" cxnId="{7EBB56C5-520A-41ED-9776-2D82CB1738A0}">
      <dgm:prSet/>
      <dgm:spPr/>
      <dgm:t>
        <a:bodyPr/>
        <a:lstStyle/>
        <a:p>
          <a:endParaRPr lang="en-IN"/>
        </a:p>
      </dgm:t>
    </dgm:pt>
    <dgm:pt modelId="{67C4B9F1-6C2A-4A9E-8A1E-A9B12619D529}" type="pres">
      <dgm:prSet presAssocID="{CF719EDC-F019-4836-983F-52393A70F9A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F4C954-E8BB-4729-9F43-BEF10880DA2B}" type="pres">
      <dgm:prSet presAssocID="{966D78BF-4881-448B-AAB6-4F59A64A1584}" presName="root" presStyleCnt="0"/>
      <dgm:spPr/>
    </dgm:pt>
    <dgm:pt modelId="{5F2EE389-9580-44E6-AF7F-43924F56990E}" type="pres">
      <dgm:prSet presAssocID="{966D78BF-4881-448B-AAB6-4F59A64A1584}" presName="rootComposite" presStyleCnt="0"/>
      <dgm:spPr/>
    </dgm:pt>
    <dgm:pt modelId="{D7D2BE59-DE05-4A02-BF28-431F209A098F}" type="pres">
      <dgm:prSet presAssocID="{966D78BF-4881-448B-AAB6-4F59A64A1584}" presName="rootText" presStyleLbl="node1" presStyleIdx="0" presStyleCnt="2" custScaleX="333327" custScaleY="290820" custLinFactNeighborY="6586"/>
      <dgm:spPr/>
    </dgm:pt>
    <dgm:pt modelId="{844AD569-B58C-4139-A504-84B4A1A08D06}" type="pres">
      <dgm:prSet presAssocID="{966D78BF-4881-448B-AAB6-4F59A64A1584}" presName="rootConnector" presStyleLbl="node1" presStyleIdx="0" presStyleCnt="2"/>
      <dgm:spPr/>
    </dgm:pt>
    <dgm:pt modelId="{627E5417-0A56-495A-8B2C-4AC3C60E4B6F}" type="pres">
      <dgm:prSet presAssocID="{966D78BF-4881-448B-AAB6-4F59A64A1584}" presName="childShape" presStyleCnt="0"/>
      <dgm:spPr/>
    </dgm:pt>
    <dgm:pt modelId="{A94CAB24-1423-41E4-B656-A0F674880189}" type="pres">
      <dgm:prSet presAssocID="{9EAF74FB-8FEE-4B55-B788-CBD7085AE012}" presName="root" presStyleCnt="0"/>
      <dgm:spPr/>
    </dgm:pt>
    <dgm:pt modelId="{93878EB3-1C79-4E66-A7D4-24240F377C5B}" type="pres">
      <dgm:prSet presAssocID="{9EAF74FB-8FEE-4B55-B788-CBD7085AE012}" presName="rootComposite" presStyleCnt="0"/>
      <dgm:spPr/>
    </dgm:pt>
    <dgm:pt modelId="{488CCC8F-BF76-4BB6-B459-49BDCB359809}" type="pres">
      <dgm:prSet presAssocID="{9EAF74FB-8FEE-4B55-B788-CBD7085AE012}" presName="rootText" presStyleLbl="node1" presStyleIdx="1" presStyleCnt="2" custScaleX="333327" custScaleY="298317"/>
      <dgm:spPr/>
    </dgm:pt>
    <dgm:pt modelId="{764EA458-3BC8-428F-BABA-A6ED64863762}" type="pres">
      <dgm:prSet presAssocID="{9EAF74FB-8FEE-4B55-B788-CBD7085AE012}" presName="rootConnector" presStyleLbl="node1" presStyleIdx="1" presStyleCnt="2"/>
      <dgm:spPr/>
    </dgm:pt>
    <dgm:pt modelId="{1CBB2677-4C05-4F9E-A813-DE01C8099284}" type="pres">
      <dgm:prSet presAssocID="{9EAF74FB-8FEE-4B55-B788-CBD7085AE012}" presName="childShape" presStyleCnt="0"/>
      <dgm:spPr/>
    </dgm:pt>
  </dgm:ptLst>
  <dgm:cxnLst>
    <dgm:cxn modelId="{7A9F4480-EDD5-4D6D-8E52-E40E9C1E18AB}" type="presOf" srcId="{9EAF74FB-8FEE-4B55-B788-CBD7085AE012}" destId="{488CCC8F-BF76-4BB6-B459-49BDCB359809}" srcOrd="0" destOrd="0" presId="urn:microsoft.com/office/officeart/2005/8/layout/hierarchy3"/>
    <dgm:cxn modelId="{80412298-6447-4642-AD39-5946938541CE}" type="presOf" srcId="{966D78BF-4881-448B-AAB6-4F59A64A1584}" destId="{844AD569-B58C-4139-A504-84B4A1A08D06}" srcOrd="1" destOrd="0" presId="urn:microsoft.com/office/officeart/2005/8/layout/hierarchy3"/>
    <dgm:cxn modelId="{40860AAF-D1E4-41CA-9650-C67D520D482E}" type="presOf" srcId="{CF719EDC-F019-4836-983F-52393A70F9AD}" destId="{67C4B9F1-6C2A-4A9E-8A1E-A9B12619D529}" srcOrd="0" destOrd="0" presId="urn:microsoft.com/office/officeart/2005/8/layout/hierarchy3"/>
    <dgm:cxn modelId="{7EBB56C5-520A-41ED-9776-2D82CB1738A0}" srcId="{CF719EDC-F019-4836-983F-52393A70F9AD}" destId="{9EAF74FB-8FEE-4B55-B788-CBD7085AE012}" srcOrd="1" destOrd="0" parTransId="{1EAE69E3-FBE9-4BE3-986C-1055C41DFE46}" sibTransId="{D9A2303F-5BB8-482A-978C-A2CC5A58AEDE}"/>
    <dgm:cxn modelId="{9998B7F8-4162-4F4A-9ABB-B23D92D97494}" srcId="{CF719EDC-F019-4836-983F-52393A70F9AD}" destId="{966D78BF-4881-448B-AAB6-4F59A64A1584}" srcOrd="0" destOrd="0" parTransId="{FF17D10F-47FA-4BAB-A85E-2FC0C1545EAF}" sibTransId="{28CA1327-D238-4D64-A276-97B632628C55}"/>
    <dgm:cxn modelId="{6CBE4FF9-F74D-4A17-BD50-24D97A9CFACC}" type="presOf" srcId="{966D78BF-4881-448B-AAB6-4F59A64A1584}" destId="{D7D2BE59-DE05-4A02-BF28-431F209A098F}" srcOrd="0" destOrd="0" presId="urn:microsoft.com/office/officeart/2005/8/layout/hierarchy3"/>
    <dgm:cxn modelId="{7EF3A8F9-7E32-4549-A44A-A69268BD86B2}" type="presOf" srcId="{9EAF74FB-8FEE-4B55-B788-CBD7085AE012}" destId="{764EA458-3BC8-428F-BABA-A6ED64863762}" srcOrd="1" destOrd="0" presId="urn:microsoft.com/office/officeart/2005/8/layout/hierarchy3"/>
    <dgm:cxn modelId="{DC21D5BC-AA0D-4588-9978-CF1CFFA2358B}" type="presParOf" srcId="{67C4B9F1-6C2A-4A9E-8A1E-A9B12619D529}" destId="{6CF4C954-E8BB-4729-9F43-BEF10880DA2B}" srcOrd="0" destOrd="0" presId="urn:microsoft.com/office/officeart/2005/8/layout/hierarchy3"/>
    <dgm:cxn modelId="{983BD800-337B-4B73-8F65-50BE0515FD46}" type="presParOf" srcId="{6CF4C954-E8BB-4729-9F43-BEF10880DA2B}" destId="{5F2EE389-9580-44E6-AF7F-43924F56990E}" srcOrd="0" destOrd="0" presId="urn:microsoft.com/office/officeart/2005/8/layout/hierarchy3"/>
    <dgm:cxn modelId="{854863CA-1A9F-4CE6-8CA3-1A170BC99700}" type="presParOf" srcId="{5F2EE389-9580-44E6-AF7F-43924F56990E}" destId="{D7D2BE59-DE05-4A02-BF28-431F209A098F}" srcOrd="0" destOrd="0" presId="urn:microsoft.com/office/officeart/2005/8/layout/hierarchy3"/>
    <dgm:cxn modelId="{E17E89EF-778A-4807-A8B0-3ED44C8E7318}" type="presParOf" srcId="{5F2EE389-9580-44E6-AF7F-43924F56990E}" destId="{844AD569-B58C-4139-A504-84B4A1A08D06}" srcOrd="1" destOrd="0" presId="urn:microsoft.com/office/officeart/2005/8/layout/hierarchy3"/>
    <dgm:cxn modelId="{6A5BED41-426E-4B91-AE0E-0286568502AE}" type="presParOf" srcId="{6CF4C954-E8BB-4729-9F43-BEF10880DA2B}" destId="{627E5417-0A56-495A-8B2C-4AC3C60E4B6F}" srcOrd="1" destOrd="0" presId="urn:microsoft.com/office/officeart/2005/8/layout/hierarchy3"/>
    <dgm:cxn modelId="{D5123E90-26A6-4E95-8026-6DAFB7A88FA9}" type="presParOf" srcId="{67C4B9F1-6C2A-4A9E-8A1E-A9B12619D529}" destId="{A94CAB24-1423-41E4-B656-A0F674880189}" srcOrd="1" destOrd="0" presId="urn:microsoft.com/office/officeart/2005/8/layout/hierarchy3"/>
    <dgm:cxn modelId="{B5C109DA-E3C7-4494-B677-781CC658D450}" type="presParOf" srcId="{A94CAB24-1423-41E4-B656-A0F674880189}" destId="{93878EB3-1C79-4E66-A7D4-24240F377C5B}" srcOrd="0" destOrd="0" presId="urn:microsoft.com/office/officeart/2005/8/layout/hierarchy3"/>
    <dgm:cxn modelId="{DA0E6637-708A-45B7-8C8C-32FE41634C0B}" type="presParOf" srcId="{93878EB3-1C79-4E66-A7D4-24240F377C5B}" destId="{488CCC8F-BF76-4BB6-B459-49BDCB359809}" srcOrd="0" destOrd="0" presId="urn:microsoft.com/office/officeart/2005/8/layout/hierarchy3"/>
    <dgm:cxn modelId="{50C0C21F-1629-4CFE-BE8B-252213970848}" type="presParOf" srcId="{93878EB3-1C79-4E66-A7D4-24240F377C5B}" destId="{764EA458-3BC8-428F-BABA-A6ED64863762}" srcOrd="1" destOrd="0" presId="urn:microsoft.com/office/officeart/2005/8/layout/hierarchy3"/>
    <dgm:cxn modelId="{2421D721-3894-4531-9DC1-427E3939504A}" type="presParOf" srcId="{A94CAB24-1423-41E4-B656-A0F674880189}" destId="{1CBB2677-4C05-4F9E-A813-DE01C809928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F719EDC-F019-4836-983F-52393A70F9AD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66D78BF-4881-448B-AAB6-4F59A64A1584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Using</a:t>
          </a:r>
          <a:r>
            <a:rPr lang="en-US" sz="16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Grid search on the predictions made by individual models to find the best possible combination of weights.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17D10F-47FA-4BAB-A85E-2FC0C1545EAF}" type="parTrans" cxnId="{9998B7F8-4162-4F4A-9ABB-B23D92D97494}">
      <dgm:prSet/>
      <dgm:spPr/>
      <dgm:t>
        <a:bodyPr/>
        <a:lstStyle/>
        <a:p>
          <a:endParaRPr lang="en-IN"/>
        </a:p>
      </dgm:t>
    </dgm:pt>
    <dgm:pt modelId="{28CA1327-D238-4D64-A276-97B632628C55}" type="sibTrans" cxnId="{9998B7F8-4162-4F4A-9ABB-B23D92D97494}">
      <dgm:prSet/>
      <dgm:spPr/>
      <dgm:t>
        <a:bodyPr/>
        <a:lstStyle/>
        <a:p>
          <a:endParaRPr lang="en-IN"/>
        </a:p>
      </dgm:t>
    </dgm:pt>
    <dgm:pt modelId="{9EAF74FB-8FEE-4B55-B788-CBD7085AE012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Normalizing</a:t>
          </a:r>
          <a:r>
            <a:rPr lang="en-US" sz="16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these weights to be applied in weighted average approach to achieve best possible performance.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AE69E3-FBE9-4BE3-986C-1055C41DFE46}" type="parTrans" cxnId="{7EBB56C5-520A-41ED-9776-2D82CB1738A0}">
      <dgm:prSet/>
      <dgm:spPr/>
      <dgm:t>
        <a:bodyPr/>
        <a:lstStyle/>
        <a:p>
          <a:endParaRPr lang="en-IN"/>
        </a:p>
      </dgm:t>
    </dgm:pt>
    <dgm:pt modelId="{D9A2303F-5BB8-482A-978C-A2CC5A58AEDE}" type="sibTrans" cxnId="{7EBB56C5-520A-41ED-9776-2D82CB1738A0}">
      <dgm:prSet/>
      <dgm:spPr/>
      <dgm:t>
        <a:bodyPr/>
        <a:lstStyle/>
        <a:p>
          <a:endParaRPr lang="en-IN"/>
        </a:p>
      </dgm:t>
    </dgm:pt>
    <dgm:pt modelId="{67C4B9F1-6C2A-4A9E-8A1E-A9B12619D529}" type="pres">
      <dgm:prSet presAssocID="{CF719EDC-F019-4836-983F-52393A70F9A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F4C954-E8BB-4729-9F43-BEF10880DA2B}" type="pres">
      <dgm:prSet presAssocID="{966D78BF-4881-448B-AAB6-4F59A64A1584}" presName="root" presStyleCnt="0"/>
      <dgm:spPr/>
    </dgm:pt>
    <dgm:pt modelId="{5F2EE389-9580-44E6-AF7F-43924F56990E}" type="pres">
      <dgm:prSet presAssocID="{966D78BF-4881-448B-AAB6-4F59A64A1584}" presName="rootComposite" presStyleCnt="0"/>
      <dgm:spPr/>
    </dgm:pt>
    <dgm:pt modelId="{D7D2BE59-DE05-4A02-BF28-431F209A098F}" type="pres">
      <dgm:prSet presAssocID="{966D78BF-4881-448B-AAB6-4F59A64A1584}" presName="rootText" presStyleLbl="node1" presStyleIdx="0" presStyleCnt="2" custScaleX="333327" custScaleY="290820" custLinFactNeighborY="6586"/>
      <dgm:spPr/>
    </dgm:pt>
    <dgm:pt modelId="{844AD569-B58C-4139-A504-84B4A1A08D06}" type="pres">
      <dgm:prSet presAssocID="{966D78BF-4881-448B-AAB6-4F59A64A1584}" presName="rootConnector" presStyleLbl="node1" presStyleIdx="0" presStyleCnt="2"/>
      <dgm:spPr/>
    </dgm:pt>
    <dgm:pt modelId="{627E5417-0A56-495A-8B2C-4AC3C60E4B6F}" type="pres">
      <dgm:prSet presAssocID="{966D78BF-4881-448B-AAB6-4F59A64A1584}" presName="childShape" presStyleCnt="0"/>
      <dgm:spPr/>
    </dgm:pt>
    <dgm:pt modelId="{A94CAB24-1423-41E4-B656-A0F674880189}" type="pres">
      <dgm:prSet presAssocID="{9EAF74FB-8FEE-4B55-B788-CBD7085AE012}" presName="root" presStyleCnt="0"/>
      <dgm:spPr/>
    </dgm:pt>
    <dgm:pt modelId="{93878EB3-1C79-4E66-A7D4-24240F377C5B}" type="pres">
      <dgm:prSet presAssocID="{9EAF74FB-8FEE-4B55-B788-CBD7085AE012}" presName="rootComposite" presStyleCnt="0"/>
      <dgm:spPr/>
    </dgm:pt>
    <dgm:pt modelId="{488CCC8F-BF76-4BB6-B459-49BDCB359809}" type="pres">
      <dgm:prSet presAssocID="{9EAF74FB-8FEE-4B55-B788-CBD7085AE012}" presName="rootText" presStyleLbl="node1" presStyleIdx="1" presStyleCnt="2" custScaleX="333327" custScaleY="298317"/>
      <dgm:spPr/>
    </dgm:pt>
    <dgm:pt modelId="{764EA458-3BC8-428F-BABA-A6ED64863762}" type="pres">
      <dgm:prSet presAssocID="{9EAF74FB-8FEE-4B55-B788-CBD7085AE012}" presName="rootConnector" presStyleLbl="node1" presStyleIdx="1" presStyleCnt="2"/>
      <dgm:spPr/>
    </dgm:pt>
    <dgm:pt modelId="{1CBB2677-4C05-4F9E-A813-DE01C8099284}" type="pres">
      <dgm:prSet presAssocID="{9EAF74FB-8FEE-4B55-B788-CBD7085AE012}" presName="childShape" presStyleCnt="0"/>
      <dgm:spPr/>
    </dgm:pt>
  </dgm:ptLst>
  <dgm:cxnLst>
    <dgm:cxn modelId="{7A9F4480-EDD5-4D6D-8E52-E40E9C1E18AB}" type="presOf" srcId="{9EAF74FB-8FEE-4B55-B788-CBD7085AE012}" destId="{488CCC8F-BF76-4BB6-B459-49BDCB359809}" srcOrd="0" destOrd="0" presId="urn:microsoft.com/office/officeart/2005/8/layout/hierarchy3"/>
    <dgm:cxn modelId="{80412298-6447-4642-AD39-5946938541CE}" type="presOf" srcId="{966D78BF-4881-448B-AAB6-4F59A64A1584}" destId="{844AD569-B58C-4139-A504-84B4A1A08D06}" srcOrd="1" destOrd="0" presId="urn:microsoft.com/office/officeart/2005/8/layout/hierarchy3"/>
    <dgm:cxn modelId="{40860AAF-D1E4-41CA-9650-C67D520D482E}" type="presOf" srcId="{CF719EDC-F019-4836-983F-52393A70F9AD}" destId="{67C4B9F1-6C2A-4A9E-8A1E-A9B12619D529}" srcOrd="0" destOrd="0" presId="urn:microsoft.com/office/officeart/2005/8/layout/hierarchy3"/>
    <dgm:cxn modelId="{7EBB56C5-520A-41ED-9776-2D82CB1738A0}" srcId="{CF719EDC-F019-4836-983F-52393A70F9AD}" destId="{9EAF74FB-8FEE-4B55-B788-CBD7085AE012}" srcOrd="1" destOrd="0" parTransId="{1EAE69E3-FBE9-4BE3-986C-1055C41DFE46}" sibTransId="{D9A2303F-5BB8-482A-978C-A2CC5A58AEDE}"/>
    <dgm:cxn modelId="{9998B7F8-4162-4F4A-9ABB-B23D92D97494}" srcId="{CF719EDC-F019-4836-983F-52393A70F9AD}" destId="{966D78BF-4881-448B-AAB6-4F59A64A1584}" srcOrd="0" destOrd="0" parTransId="{FF17D10F-47FA-4BAB-A85E-2FC0C1545EAF}" sibTransId="{28CA1327-D238-4D64-A276-97B632628C55}"/>
    <dgm:cxn modelId="{6CBE4FF9-F74D-4A17-BD50-24D97A9CFACC}" type="presOf" srcId="{966D78BF-4881-448B-AAB6-4F59A64A1584}" destId="{D7D2BE59-DE05-4A02-BF28-431F209A098F}" srcOrd="0" destOrd="0" presId="urn:microsoft.com/office/officeart/2005/8/layout/hierarchy3"/>
    <dgm:cxn modelId="{7EF3A8F9-7E32-4549-A44A-A69268BD86B2}" type="presOf" srcId="{9EAF74FB-8FEE-4B55-B788-CBD7085AE012}" destId="{764EA458-3BC8-428F-BABA-A6ED64863762}" srcOrd="1" destOrd="0" presId="urn:microsoft.com/office/officeart/2005/8/layout/hierarchy3"/>
    <dgm:cxn modelId="{DC21D5BC-AA0D-4588-9978-CF1CFFA2358B}" type="presParOf" srcId="{67C4B9F1-6C2A-4A9E-8A1E-A9B12619D529}" destId="{6CF4C954-E8BB-4729-9F43-BEF10880DA2B}" srcOrd="0" destOrd="0" presId="urn:microsoft.com/office/officeart/2005/8/layout/hierarchy3"/>
    <dgm:cxn modelId="{983BD800-337B-4B73-8F65-50BE0515FD46}" type="presParOf" srcId="{6CF4C954-E8BB-4729-9F43-BEF10880DA2B}" destId="{5F2EE389-9580-44E6-AF7F-43924F56990E}" srcOrd="0" destOrd="0" presId="urn:microsoft.com/office/officeart/2005/8/layout/hierarchy3"/>
    <dgm:cxn modelId="{854863CA-1A9F-4CE6-8CA3-1A170BC99700}" type="presParOf" srcId="{5F2EE389-9580-44E6-AF7F-43924F56990E}" destId="{D7D2BE59-DE05-4A02-BF28-431F209A098F}" srcOrd="0" destOrd="0" presId="urn:microsoft.com/office/officeart/2005/8/layout/hierarchy3"/>
    <dgm:cxn modelId="{E17E89EF-778A-4807-A8B0-3ED44C8E7318}" type="presParOf" srcId="{5F2EE389-9580-44E6-AF7F-43924F56990E}" destId="{844AD569-B58C-4139-A504-84B4A1A08D06}" srcOrd="1" destOrd="0" presId="urn:microsoft.com/office/officeart/2005/8/layout/hierarchy3"/>
    <dgm:cxn modelId="{6A5BED41-426E-4B91-AE0E-0286568502AE}" type="presParOf" srcId="{6CF4C954-E8BB-4729-9F43-BEF10880DA2B}" destId="{627E5417-0A56-495A-8B2C-4AC3C60E4B6F}" srcOrd="1" destOrd="0" presId="urn:microsoft.com/office/officeart/2005/8/layout/hierarchy3"/>
    <dgm:cxn modelId="{D5123E90-26A6-4E95-8026-6DAFB7A88FA9}" type="presParOf" srcId="{67C4B9F1-6C2A-4A9E-8A1E-A9B12619D529}" destId="{A94CAB24-1423-41E4-B656-A0F674880189}" srcOrd="1" destOrd="0" presId="urn:microsoft.com/office/officeart/2005/8/layout/hierarchy3"/>
    <dgm:cxn modelId="{B5C109DA-E3C7-4494-B677-781CC658D450}" type="presParOf" srcId="{A94CAB24-1423-41E4-B656-A0F674880189}" destId="{93878EB3-1C79-4E66-A7D4-24240F377C5B}" srcOrd="0" destOrd="0" presId="urn:microsoft.com/office/officeart/2005/8/layout/hierarchy3"/>
    <dgm:cxn modelId="{DA0E6637-708A-45B7-8C8C-32FE41634C0B}" type="presParOf" srcId="{93878EB3-1C79-4E66-A7D4-24240F377C5B}" destId="{488CCC8F-BF76-4BB6-B459-49BDCB359809}" srcOrd="0" destOrd="0" presId="urn:microsoft.com/office/officeart/2005/8/layout/hierarchy3"/>
    <dgm:cxn modelId="{50C0C21F-1629-4CFE-BE8B-252213970848}" type="presParOf" srcId="{93878EB3-1C79-4E66-A7D4-24240F377C5B}" destId="{764EA458-3BC8-428F-BABA-A6ED64863762}" srcOrd="1" destOrd="0" presId="urn:microsoft.com/office/officeart/2005/8/layout/hierarchy3"/>
    <dgm:cxn modelId="{2421D721-3894-4531-9DC1-427E3939504A}" type="presParOf" srcId="{A94CAB24-1423-41E4-B656-A0F674880189}" destId="{1CBB2677-4C05-4F9E-A813-DE01C809928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3C6C2A7-250F-0943-85B2-812B9177C33B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09D6006-DDAD-C14C-8D98-A500711274F6}">
      <dgm:prSet phldrT="[Text]"/>
      <dgm:spPr/>
      <dgm:t>
        <a:bodyPr/>
        <a:lstStyle/>
        <a:p>
          <a:pPr algn="ctr"/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Loading Pre-trained model</a:t>
          </a:r>
        </a:p>
      </dgm:t>
    </dgm:pt>
    <dgm:pt modelId="{2898BF29-EFD2-534C-B22A-1B1FDDCDA701}" type="parTrans" cxnId="{FA13ECEC-00BD-7D45-8E83-0C7A0B433CEE}">
      <dgm:prSet/>
      <dgm:spPr/>
      <dgm:t>
        <a:bodyPr/>
        <a:lstStyle/>
        <a:p>
          <a:pPr algn="ctr"/>
          <a:endParaRPr lang="en-GB"/>
        </a:p>
      </dgm:t>
    </dgm:pt>
    <dgm:pt modelId="{A5C6C089-AB86-2043-93E4-DA576E20D631}" type="sibTrans" cxnId="{FA13ECEC-00BD-7D45-8E83-0C7A0B433CEE}">
      <dgm:prSet/>
      <dgm:spPr/>
      <dgm:t>
        <a:bodyPr/>
        <a:lstStyle/>
        <a:p>
          <a:pPr algn="ctr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F42DA1-BC76-B249-9071-A44A64322108}">
      <dgm:prSet phldrT="[Text]"/>
      <dgm:spPr/>
      <dgm:t>
        <a:bodyPr/>
        <a:lstStyle/>
        <a:p>
          <a:pPr algn="ctr"/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Text Extraction</a:t>
          </a:r>
        </a:p>
      </dgm:t>
    </dgm:pt>
    <dgm:pt modelId="{5B82B027-C843-C340-AAD9-89DF62EF8DB7}" type="parTrans" cxnId="{12B484CF-22C5-2843-A74B-61AC80C5E221}">
      <dgm:prSet/>
      <dgm:spPr/>
      <dgm:t>
        <a:bodyPr/>
        <a:lstStyle/>
        <a:p>
          <a:pPr algn="ctr"/>
          <a:endParaRPr lang="en-GB"/>
        </a:p>
      </dgm:t>
    </dgm:pt>
    <dgm:pt modelId="{B58CAE3A-C71A-0341-A3A9-83BE13B0A043}" type="sibTrans" cxnId="{12B484CF-22C5-2843-A74B-61AC80C5E221}">
      <dgm:prSet/>
      <dgm:spPr/>
      <dgm:t>
        <a:bodyPr/>
        <a:lstStyle/>
        <a:p>
          <a:pPr algn="ctr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4B9B94-D0BD-E741-B94F-B50E4E08A59A}">
      <dgm:prSet phldrT="[Text]"/>
      <dgm:spPr/>
      <dgm:t>
        <a:bodyPr/>
        <a:lstStyle/>
        <a:p>
          <a:pPr algn="ctr"/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Post-processing and Visualisation</a:t>
          </a:r>
        </a:p>
      </dgm:t>
    </dgm:pt>
    <dgm:pt modelId="{EB1403A1-3F83-2946-A0AC-4B9B6463DA85}" type="parTrans" cxnId="{80568AD7-332B-3E4B-AD18-44BD22DC225E}">
      <dgm:prSet/>
      <dgm:spPr/>
      <dgm:t>
        <a:bodyPr/>
        <a:lstStyle/>
        <a:p>
          <a:pPr algn="ctr"/>
          <a:endParaRPr lang="en-GB"/>
        </a:p>
      </dgm:t>
    </dgm:pt>
    <dgm:pt modelId="{A846EA24-B2F4-844E-9DF3-9F26A0AEC648}" type="sibTrans" cxnId="{80568AD7-332B-3E4B-AD18-44BD22DC225E}">
      <dgm:prSet/>
      <dgm:spPr/>
      <dgm:t>
        <a:bodyPr/>
        <a:lstStyle/>
        <a:p>
          <a:pPr algn="ctr"/>
          <a:endParaRPr lang="en-GB"/>
        </a:p>
      </dgm:t>
    </dgm:pt>
    <dgm:pt modelId="{7F19ABFA-B7BB-9640-B70F-71104CB30F9C}">
      <dgm:prSet/>
      <dgm:spPr/>
      <dgm:t>
        <a:bodyPr/>
        <a:lstStyle/>
        <a:p>
          <a:pPr algn="ctr"/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Pipeline configuration</a:t>
          </a:r>
        </a:p>
      </dgm:t>
    </dgm:pt>
    <dgm:pt modelId="{B661E3AC-1493-AC4E-8264-2160E93F7555}" type="parTrans" cxnId="{D8BB18E3-5685-0342-9803-35FF2F763B09}">
      <dgm:prSet/>
      <dgm:spPr/>
      <dgm:t>
        <a:bodyPr/>
        <a:lstStyle/>
        <a:p>
          <a:pPr algn="ctr"/>
          <a:endParaRPr lang="en-GB"/>
        </a:p>
      </dgm:t>
    </dgm:pt>
    <dgm:pt modelId="{2AB2CDB9-8C6A-D848-9730-05848C6BCDE3}" type="sibTrans" cxnId="{D8BB18E3-5685-0342-9803-35FF2F763B09}">
      <dgm:prSet/>
      <dgm:spPr/>
      <dgm:t>
        <a:bodyPr/>
        <a:lstStyle/>
        <a:p>
          <a:pPr algn="ctr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00E158-CD6A-CF40-A6C1-89A3961D5542}">
      <dgm:prSet/>
      <dgm:spPr/>
      <dgm:t>
        <a:bodyPr/>
        <a:lstStyle/>
        <a:p>
          <a:pPr algn="ctr"/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</dgm:t>
    </dgm:pt>
    <dgm:pt modelId="{D692CA22-9D80-4C42-9998-3C421546C01B}" type="parTrans" cxnId="{6BF7625C-BAAD-8046-9074-CEADAD3F15FE}">
      <dgm:prSet/>
      <dgm:spPr/>
      <dgm:t>
        <a:bodyPr/>
        <a:lstStyle/>
        <a:p>
          <a:pPr algn="ctr"/>
          <a:endParaRPr lang="en-GB"/>
        </a:p>
      </dgm:t>
    </dgm:pt>
    <dgm:pt modelId="{7DBD0A66-DD04-914A-BF75-21BC5C42110A}" type="sibTrans" cxnId="{6BF7625C-BAAD-8046-9074-CEADAD3F15FE}">
      <dgm:prSet/>
      <dgm:spPr/>
      <dgm:t>
        <a:bodyPr/>
        <a:lstStyle/>
        <a:p>
          <a:pPr algn="ctr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481CF2-DC53-A14F-AAC5-FB8A5D7FCF68}">
      <dgm:prSet/>
      <dgm:spPr/>
      <dgm:t>
        <a:bodyPr/>
        <a:lstStyle/>
        <a:p>
          <a:pPr algn="ctr"/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Inference and Visual enhancement</a:t>
          </a:r>
        </a:p>
      </dgm:t>
    </dgm:pt>
    <dgm:pt modelId="{454F6E07-2AFC-4F42-BA29-60DEA00DB275}" type="parTrans" cxnId="{BC4DFAB7-703F-3144-9501-BF157B0AE028}">
      <dgm:prSet/>
      <dgm:spPr/>
      <dgm:t>
        <a:bodyPr/>
        <a:lstStyle/>
        <a:p>
          <a:pPr algn="ctr"/>
          <a:endParaRPr lang="en-GB"/>
        </a:p>
      </dgm:t>
    </dgm:pt>
    <dgm:pt modelId="{CB1CBA39-485B-F64C-8B04-F3A17792782A}" type="sibTrans" cxnId="{BC4DFAB7-703F-3144-9501-BF157B0AE028}">
      <dgm:prSet/>
      <dgm:spPr/>
      <dgm:t>
        <a:bodyPr/>
        <a:lstStyle/>
        <a:p>
          <a:pPr algn="ctr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A7AD46-BBB3-B945-BE44-E95F162CD104}" type="pres">
      <dgm:prSet presAssocID="{C3C6C2A7-250F-0943-85B2-812B9177C33B}" presName="Name0" presStyleCnt="0">
        <dgm:presLayoutVars>
          <dgm:dir/>
          <dgm:resizeHandles val="exact"/>
        </dgm:presLayoutVars>
      </dgm:prSet>
      <dgm:spPr/>
    </dgm:pt>
    <dgm:pt modelId="{DDA5D988-3E98-CD4C-BDCE-D063FF321528}" type="pres">
      <dgm:prSet presAssocID="{409D6006-DDAD-C14C-8D98-A500711274F6}" presName="node" presStyleLbl="node1" presStyleIdx="0" presStyleCnt="6" custLinFactX="-10839" custLinFactNeighborX="-100000" custLinFactNeighborY="1494">
        <dgm:presLayoutVars>
          <dgm:bulletEnabled val="1"/>
        </dgm:presLayoutVars>
      </dgm:prSet>
      <dgm:spPr/>
    </dgm:pt>
    <dgm:pt modelId="{36F2CA4F-C7DE-3849-B907-0F814BC8F993}" type="pres">
      <dgm:prSet presAssocID="{A5C6C089-AB86-2043-93E4-DA576E20D631}" presName="sibTrans" presStyleLbl="sibTrans2D1" presStyleIdx="0" presStyleCnt="5"/>
      <dgm:spPr/>
    </dgm:pt>
    <dgm:pt modelId="{AFCA39D1-9AC7-1543-8DC8-2C7AC50E6119}" type="pres">
      <dgm:prSet presAssocID="{A5C6C089-AB86-2043-93E4-DA576E20D631}" presName="connectorText" presStyleLbl="sibTrans2D1" presStyleIdx="0" presStyleCnt="5"/>
      <dgm:spPr/>
    </dgm:pt>
    <dgm:pt modelId="{66A868EF-CD32-7B49-8D58-B0FEAEA9D556}" type="pres">
      <dgm:prSet presAssocID="{7F19ABFA-B7BB-9640-B70F-71104CB30F9C}" presName="node" presStyleLbl="node1" presStyleIdx="1" presStyleCnt="6">
        <dgm:presLayoutVars>
          <dgm:bulletEnabled val="1"/>
        </dgm:presLayoutVars>
      </dgm:prSet>
      <dgm:spPr/>
    </dgm:pt>
    <dgm:pt modelId="{33227019-DC86-9B47-BDB7-7D2AE8FDBEF4}" type="pres">
      <dgm:prSet presAssocID="{2AB2CDB9-8C6A-D848-9730-05848C6BCDE3}" presName="sibTrans" presStyleLbl="sibTrans2D1" presStyleIdx="1" presStyleCnt="5"/>
      <dgm:spPr/>
    </dgm:pt>
    <dgm:pt modelId="{DF31E0DF-E352-1A48-AACF-6AA014D30043}" type="pres">
      <dgm:prSet presAssocID="{2AB2CDB9-8C6A-D848-9730-05848C6BCDE3}" presName="connectorText" presStyleLbl="sibTrans2D1" presStyleIdx="1" presStyleCnt="5"/>
      <dgm:spPr/>
    </dgm:pt>
    <dgm:pt modelId="{D1C9F42C-4B32-A343-9EC4-502C6F808C49}" type="pres">
      <dgm:prSet presAssocID="{3B00E158-CD6A-CF40-A6C1-89A3961D5542}" presName="node" presStyleLbl="node1" presStyleIdx="2" presStyleCnt="6">
        <dgm:presLayoutVars>
          <dgm:bulletEnabled val="1"/>
        </dgm:presLayoutVars>
      </dgm:prSet>
      <dgm:spPr/>
    </dgm:pt>
    <dgm:pt modelId="{9664B16E-0603-9841-87E3-B697E654B4BA}" type="pres">
      <dgm:prSet presAssocID="{7DBD0A66-DD04-914A-BF75-21BC5C42110A}" presName="sibTrans" presStyleLbl="sibTrans2D1" presStyleIdx="2" presStyleCnt="5"/>
      <dgm:spPr/>
    </dgm:pt>
    <dgm:pt modelId="{6E15AC68-B1E3-C744-95C6-4F536A560625}" type="pres">
      <dgm:prSet presAssocID="{7DBD0A66-DD04-914A-BF75-21BC5C42110A}" presName="connectorText" presStyleLbl="sibTrans2D1" presStyleIdx="2" presStyleCnt="5"/>
      <dgm:spPr/>
    </dgm:pt>
    <dgm:pt modelId="{84CFEC16-AB3C-284F-BB25-A6B3F4ED1328}" type="pres">
      <dgm:prSet presAssocID="{8C481CF2-DC53-A14F-AAC5-FB8A5D7FCF68}" presName="node" presStyleLbl="node1" presStyleIdx="3" presStyleCnt="6" custLinFactNeighborX="-6382" custLinFactNeighborY="6893">
        <dgm:presLayoutVars>
          <dgm:bulletEnabled val="1"/>
        </dgm:presLayoutVars>
      </dgm:prSet>
      <dgm:spPr/>
    </dgm:pt>
    <dgm:pt modelId="{453A7268-D9EF-3B43-93B1-D45860DFD3CC}" type="pres">
      <dgm:prSet presAssocID="{CB1CBA39-485B-F64C-8B04-F3A17792782A}" presName="sibTrans" presStyleLbl="sibTrans2D1" presStyleIdx="3" presStyleCnt="5"/>
      <dgm:spPr/>
    </dgm:pt>
    <dgm:pt modelId="{6A558D74-5847-6943-8F56-D4F8B146120C}" type="pres">
      <dgm:prSet presAssocID="{CB1CBA39-485B-F64C-8B04-F3A17792782A}" presName="connectorText" presStyleLbl="sibTrans2D1" presStyleIdx="3" presStyleCnt="5"/>
      <dgm:spPr/>
    </dgm:pt>
    <dgm:pt modelId="{F8A84A67-7E61-A447-8CAC-09C646936A02}" type="pres">
      <dgm:prSet presAssocID="{8CF42DA1-BC76-B249-9071-A44A64322108}" presName="node" presStyleLbl="node1" presStyleIdx="4" presStyleCnt="6">
        <dgm:presLayoutVars>
          <dgm:bulletEnabled val="1"/>
        </dgm:presLayoutVars>
      </dgm:prSet>
      <dgm:spPr/>
    </dgm:pt>
    <dgm:pt modelId="{F933E3BB-95DB-494D-B70D-90C9D4E1D91C}" type="pres">
      <dgm:prSet presAssocID="{B58CAE3A-C71A-0341-A3A9-83BE13B0A043}" presName="sibTrans" presStyleLbl="sibTrans2D1" presStyleIdx="4" presStyleCnt="5"/>
      <dgm:spPr/>
    </dgm:pt>
    <dgm:pt modelId="{F63F2C35-17C7-3B48-8675-8501B2CD6FEC}" type="pres">
      <dgm:prSet presAssocID="{B58CAE3A-C71A-0341-A3A9-83BE13B0A043}" presName="connectorText" presStyleLbl="sibTrans2D1" presStyleIdx="4" presStyleCnt="5"/>
      <dgm:spPr/>
    </dgm:pt>
    <dgm:pt modelId="{C9D9062E-469D-FE48-BD06-D1A45F4DC61F}" type="pres">
      <dgm:prSet presAssocID="{B94B9B94-D0BD-E741-B94F-B50E4E08A59A}" presName="node" presStyleLbl="node1" presStyleIdx="5" presStyleCnt="6">
        <dgm:presLayoutVars>
          <dgm:bulletEnabled val="1"/>
        </dgm:presLayoutVars>
      </dgm:prSet>
      <dgm:spPr/>
    </dgm:pt>
  </dgm:ptLst>
  <dgm:cxnLst>
    <dgm:cxn modelId="{14107010-329C-134B-BB50-1CB9448E418F}" type="presOf" srcId="{2AB2CDB9-8C6A-D848-9730-05848C6BCDE3}" destId="{DF31E0DF-E352-1A48-AACF-6AA014D30043}" srcOrd="1" destOrd="0" presId="urn:microsoft.com/office/officeart/2005/8/layout/process1"/>
    <dgm:cxn modelId="{BE331513-FF5E-434E-A0D5-6487D041AA24}" type="presOf" srcId="{7DBD0A66-DD04-914A-BF75-21BC5C42110A}" destId="{6E15AC68-B1E3-C744-95C6-4F536A560625}" srcOrd="1" destOrd="0" presId="urn:microsoft.com/office/officeart/2005/8/layout/process1"/>
    <dgm:cxn modelId="{93A91A3D-35BF-9B4F-B0CC-BFD627AC19BF}" type="presOf" srcId="{A5C6C089-AB86-2043-93E4-DA576E20D631}" destId="{AFCA39D1-9AC7-1543-8DC8-2C7AC50E6119}" srcOrd="1" destOrd="0" presId="urn:microsoft.com/office/officeart/2005/8/layout/process1"/>
    <dgm:cxn modelId="{9808CC40-7D96-C948-8BF8-5B7C9DB8B8E3}" type="presOf" srcId="{A5C6C089-AB86-2043-93E4-DA576E20D631}" destId="{36F2CA4F-C7DE-3849-B907-0F814BC8F993}" srcOrd="0" destOrd="0" presId="urn:microsoft.com/office/officeart/2005/8/layout/process1"/>
    <dgm:cxn modelId="{6BF7625C-BAAD-8046-9074-CEADAD3F15FE}" srcId="{C3C6C2A7-250F-0943-85B2-812B9177C33B}" destId="{3B00E158-CD6A-CF40-A6C1-89A3961D5542}" srcOrd="2" destOrd="0" parTransId="{D692CA22-9D80-4C42-9998-3C421546C01B}" sibTransId="{7DBD0A66-DD04-914A-BF75-21BC5C42110A}"/>
    <dgm:cxn modelId="{C8CDC65D-9AEC-7C49-9014-DAA95039F45F}" type="presOf" srcId="{409D6006-DDAD-C14C-8D98-A500711274F6}" destId="{DDA5D988-3E98-CD4C-BDCE-D063FF321528}" srcOrd="0" destOrd="0" presId="urn:microsoft.com/office/officeart/2005/8/layout/process1"/>
    <dgm:cxn modelId="{65739063-2B3A-1143-8E14-345B01AECD5D}" type="presOf" srcId="{2AB2CDB9-8C6A-D848-9730-05848C6BCDE3}" destId="{33227019-DC86-9B47-BDB7-7D2AE8FDBEF4}" srcOrd="0" destOrd="0" presId="urn:microsoft.com/office/officeart/2005/8/layout/process1"/>
    <dgm:cxn modelId="{4F73536E-4F61-7F46-BB69-27FEB99CA61D}" type="presOf" srcId="{CB1CBA39-485B-F64C-8B04-F3A17792782A}" destId="{453A7268-D9EF-3B43-93B1-D45860DFD3CC}" srcOrd="0" destOrd="0" presId="urn:microsoft.com/office/officeart/2005/8/layout/process1"/>
    <dgm:cxn modelId="{1FE3C352-4CDE-D542-B39A-62BF6F9F8F44}" type="presOf" srcId="{B58CAE3A-C71A-0341-A3A9-83BE13B0A043}" destId="{F63F2C35-17C7-3B48-8675-8501B2CD6FEC}" srcOrd="1" destOrd="0" presId="urn:microsoft.com/office/officeart/2005/8/layout/process1"/>
    <dgm:cxn modelId="{47154053-7466-804D-85D3-9F94900F338F}" type="presOf" srcId="{8C481CF2-DC53-A14F-AAC5-FB8A5D7FCF68}" destId="{84CFEC16-AB3C-284F-BB25-A6B3F4ED1328}" srcOrd="0" destOrd="0" presId="urn:microsoft.com/office/officeart/2005/8/layout/process1"/>
    <dgm:cxn modelId="{620B7E81-F5CB-0F47-9405-34FCD9D6A80B}" type="presOf" srcId="{B94B9B94-D0BD-E741-B94F-B50E4E08A59A}" destId="{C9D9062E-469D-FE48-BD06-D1A45F4DC61F}" srcOrd="0" destOrd="0" presId="urn:microsoft.com/office/officeart/2005/8/layout/process1"/>
    <dgm:cxn modelId="{24FC6B8E-A8E0-2043-AAD8-32A153768422}" type="presOf" srcId="{CB1CBA39-485B-F64C-8B04-F3A17792782A}" destId="{6A558D74-5847-6943-8F56-D4F8B146120C}" srcOrd="1" destOrd="0" presId="urn:microsoft.com/office/officeart/2005/8/layout/process1"/>
    <dgm:cxn modelId="{6F1A8DA0-CAF6-F047-83F3-5F3236F0B572}" type="presOf" srcId="{7F19ABFA-B7BB-9640-B70F-71104CB30F9C}" destId="{66A868EF-CD32-7B49-8D58-B0FEAEA9D556}" srcOrd="0" destOrd="0" presId="urn:microsoft.com/office/officeart/2005/8/layout/process1"/>
    <dgm:cxn modelId="{BC4DFAB7-703F-3144-9501-BF157B0AE028}" srcId="{C3C6C2A7-250F-0943-85B2-812B9177C33B}" destId="{8C481CF2-DC53-A14F-AAC5-FB8A5D7FCF68}" srcOrd="3" destOrd="0" parTransId="{454F6E07-2AFC-4F42-BA29-60DEA00DB275}" sibTransId="{CB1CBA39-485B-F64C-8B04-F3A17792782A}"/>
    <dgm:cxn modelId="{29DC1AB8-38F8-C74A-98BE-00A7618642EF}" type="presOf" srcId="{B58CAE3A-C71A-0341-A3A9-83BE13B0A043}" destId="{F933E3BB-95DB-494D-B70D-90C9D4E1D91C}" srcOrd="0" destOrd="0" presId="urn:microsoft.com/office/officeart/2005/8/layout/process1"/>
    <dgm:cxn modelId="{F3F6E4BB-A838-204C-8A07-A9C6EAABD0CA}" type="presOf" srcId="{7DBD0A66-DD04-914A-BF75-21BC5C42110A}" destId="{9664B16E-0603-9841-87E3-B697E654B4BA}" srcOrd="0" destOrd="0" presId="urn:microsoft.com/office/officeart/2005/8/layout/process1"/>
    <dgm:cxn modelId="{12B484CF-22C5-2843-A74B-61AC80C5E221}" srcId="{C3C6C2A7-250F-0943-85B2-812B9177C33B}" destId="{8CF42DA1-BC76-B249-9071-A44A64322108}" srcOrd="4" destOrd="0" parTransId="{5B82B027-C843-C340-AAD9-89DF62EF8DB7}" sibTransId="{B58CAE3A-C71A-0341-A3A9-83BE13B0A043}"/>
    <dgm:cxn modelId="{36E716D3-D0CC-A642-BD00-9939F16F4680}" type="presOf" srcId="{3B00E158-CD6A-CF40-A6C1-89A3961D5542}" destId="{D1C9F42C-4B32-A343-9EC4-502C6F808C49}" srcOrd="0" destOrd="0" presId="urn:microsoft.com/office/officeart/2005/8/layout/process1"/>
    <dgm:cxn modelId="{80568AD7-332B-3E4B-AD18-44BD22DC225E}" srcId="{C3C6C2A7-250F-0943-85B2-812B9177C33B}" destId="{B94B9B94-D0BD-E741-B94F-B50E4E08A59A}" srcOrd="5" destOrd="0" parTransId="{EB1403A1-3F83-2946-A0AC-4B9B6463DA85}" sibTransId="{A846EA24-B2F4-844E-9DF3-9F26A0AEC648}"/>
    <dgm:cxn modelId="{D8BB18E3-5685-0342-9803-35FF2F763B09}" srcId="{C3C6C2A7-250F-0943-85B2-812B9177C33B}" destId="{7F19ABFA-B7BB-9640-B70F-71104CB30F9C}" srcOrd="1" destOrd="0" parTransId="{B661E3AC-1493-AC4E-8264-2160E93F7555}" sibTransId="{2AB2CDB9-8C6A-D848-9730-05848C6BCDE3}"/>
    <dgm:cxn modelId="{33B864E6-0F36-FC4C-A241-FC02440E18A0}" type="presOf" srcId="{C3C6C2A7-250F-0943-85B2-812B9177C33B}" destId="{33A7AD46-BBB3-B945-BE44-E95F162CD104}" srcOrd="0" destOrd="0" presId="urn:microsoft.com/office/officeart/2005/8/layout/process1"/>
    <dgm:cxn modelId="{FA13ECEC-00BD-7D45-8E83-0C7A0B433CEE}" srcId="{C3C6C2A7-250F-0943-85B2-812B9177C33B}" destId="{409D6006-DDAD-C14C-8D98-A500711274F6}" srcOrd="0" destOrd="0" parTransId="{2898BF29-EFD2-534C-B22A-1B1FDDCDA701}" sibTransId="{A5C6C089-AB86-2043-93E4-DA576E20D631}"/>
    <dgm:cxn modelId="{312165F7-B0AD-6E4A-B130-BCA7642DECA0}" type="presOf" srcId="{8CF42DA1-BC76-B249-9071-A44A64322108}" destId="{F8A84A67-7E61-A447-8CAC-09C646936A02}" srcOrd="0" destOrd="0" presId="urn:microsoft.com/office/officeart/2005/8/layout/process1"/>
    <dgm:cxn modelId="{05CFB056-ADEF-034E-9A8D-7349CAA1929D}" type="presParOf" srcId="{33A7AD46-BBB3-B945-BE44-E95F162CD104}" destId="{DDA5D988-3E98-CD4C-BDCE-D063FF321528}" srcOrd="0" destOrd="0" presId="urn:microsoft.com/office/officeart/2005/8/layout/process1"/>
    <dgm:cxn modelId="{58552792-041B-F74D-8A5C-60CF98DE92F0}" type="presParOf" srcId="{33A7AD46-BBB3-B945-BE44-E95F162CD104}" destId="{36F2CA4F-C7DE-3849-B907-0F814BC8F993}" srcOrd="1" destOrd="0" presId="urn:microsoft.com/office/officeart/2005/8/layout/process1"/>
    <dgm:cxn modelId="{CAFE78AB-E878-ED46-AA6C-4331F05A939A}" type="presParOf" srcId="{36F2CA4F-C7DE-3849-B907-0F814BC8F993}" destId="{AFCA39D1-9AC7-1543-8DC8-2C7AC50E6119}" srcOrd="0" destOrd="0" presId="urn:microsoft.com/office/officeart/2005/8/layout/process1"/>
    <dgm:cxn modelId="{CAE8E74E-225A-114F-A55F-0A13AC0FA0BE}" type="presParOf" srcId="{33A7AD46-BBB3-B945-BE44-E95F162CD104}" destId="{66A868EF-CD32-7B49-8D58-B0FEAEA9D556}" srcOrd="2" destOrd="0" presId="urn:microsoft.com/office/officeart/2005/8/layout/process1"/>
    <dgm:cxn modelId="{8D637403-443A-3441-8724-DAEEABEFC247}" type="presParOf" srcId="{33A7AD46-BBB3-B945-BE44-E95F162CD104}" destId="{33227019-DC86-9B47-BDB7-7D2AE8FDBEF4}" srcOrd="3" destOrd="0" presId="urn:microsoft.com/office/officeart/2005/8/layout/process1"/>
    <dgm:cxn modelId="{3EFD737C-D601-7A41-874C-65722FB5B622}" type="presParOf" srcId="{33227019-DC86-9B47-BDB7-7D2AE8FDBEF4}" destId="{DF31E0DF-E352-1A48-AACF-6AA014D30043}" srcOrd="0" destOrd="0" presId="urn:microsoft.com/office/officeart/2005/8/layout/process1"/>
    <dgm:cxn modelId="{184329BE-18B3-4746-8D8D-C48F1BC7AFB1}" type="presParOf" srcId="{33A7AD46-BBB3-B945-BE44-E95F162CD104}" destId="{D1C9F42C-4B32-A343-9EC4-502C6F808C49}" srcOrd="4" destOrd="0" presId="urn:microsoft.com/office/officeart/2005/8/layout/process1"/>
    <dgm:cxn modelId="{89EAFDC1-4360-F94E-8D2B-27D72F2954C9}" type="presParOf" srcId="{33A7AD46-BBB3-B945-BE44-E95F162CD104}" destId="{9664B16E-0603-9841-87E3-B697E654B4BA}" srcOrd="5" destOrd="0" presId="urn:microsoft.com/office/officeart/2005/8/layout/process1"/>
    <dgm:cxn modelId="{4145472F-ECF5-9646-A5BC-B11E2A87AC40}" type="presParOf" srcId="{9664B16E-0603-9841-87E3-B697E654B4BA}" destId="{6E15AC68-B1E3-C744-95C6-4F536A560625}" srcOrd="0" destOrd="0" presId="urn:microsoft.com/office/officeart/2005/8/layout/process1"/>
    <dgm:cxn modelId="{6B8623B1-B316-E642-A84D-45D8BA37698C}" type="presParOf" srcId="{33A7AD46-BBB3-B945-BE44-E95F162CD104}" destId="{84CFEC16-AB3C-284F-BB25-A6B3F4ED1328}" srcOrd="6" destOrd="0" presId="urn:microsoft.com/office/officeart/2005/8/layout/process1"/>
    <dgm:cxn modelId="{F2C5083E-982D-DB42-8BDB-FE80322C6266}" type="presParOf" srcId="{33A7AD46-BBB3-B945-BE44-E95F162CD104}" destId="{453A7268-D9EF-3B43-93B1-D45860DFD3CC}" srcOrd="7" destOrd="0" presId="urn:microsoft.com/office/officeart/2005/8/layout/process1"/>
    <dgm:cxn modelId="{03ED1085-CAD2-4F44-92F1-52FE645E37AF}" type="presParOf" srcId="{453A7268-D9EF-3B43-93B1-D45860DFD3CC}" destId="{6A558D74-5847-6943-8F56-D4F8B146120C}" srcOrd="0" destOrd="0" presId="urn:microsoft.com/office/officeart/2005/8/layout/process1"/>
    <dgm:cxn modelId="{38A00DF7-E1FA-AF4C-8D1B-26A06016577E}" type="presParOf" srcId="{33A7AD46-BBB3-B945-BE44-E95F162CD104}" destId="{F8A84A67-7E61-A447-8CAC-09C646936A02}" srcOrd="8" destOrd="0" presId="urn:microsoft.com/office/officeart/2005/8/layout/process1"/>
    <dgm:cxn modelId="{0856228F-D4F0-7949-B40C-1E867C0A7FBE}" type="presParOf" srcId="{33A7AD46-BBB3-B945-BE44-E95F162CD104}" destId="{F933E3BB-95DB-494D-B70D-90C9D4E1D91C}" srcOrd="9" destOrd="0" presId="urn:microsoft.com/office/officeart/2005/8/layout/process1"/>
    <dgm:cxn modelId="{4EFA2F22-8D56-B84B-8214-79D34C534E30}" type="presParOf" srcId="{F933E3BB-95DB-494D-B70D-90C9D4E1D91C}" destId="{F63F2C35-17C7-3B48-8675-8501B2CD6FEC}" srcOrd="0" destOrd="0" presId="urn:microsoft.com/office/officeart/2005/8/layout/process1"/>
    <dgm:cxn modelId="{33D146DC-2819-0541-B786-A5B16577C216}" type="presParOf" srcId="{33A7AD46-BBB3-B945-BE44-E95F162CD104}" destId="{C9D9062E-469D-FE48-BD06-D1A45F4DC61F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D2DFF-6681-4F71-94BF-215F89458C77}">
      <dsp:nvSpPr>
        <dsp:cNvPr id="0" name=""/>
        <dsp:cNvSpPr/>
      </dsp:nvSpPr>
      <dsp:spPr>
        <a:xfrm>
          <a:off x="3849" y="28917"/>
          <a:ext cx="1574718" cy="7873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‘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TrafficNet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’ Dataset from Kaggle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910" y="51978"/>
        <a:ext cx="1528596" cy="741237"/>
      </dsp:txXfrm>
    </dsp:sp>
    <dsp:sp modelId="{BE382032-5282-4585-A4C6-C2B794BC3694}">
      <dsp:nvSpPr>
        <dsp:cNvPr id="0" name=""/>
        <dsp:cNvSpPr/>
      </dsp:nvSpPr>
      <dsp:spPr>
        <a:xfrm>
          <a:off x="1972246" y="28917"/>
          <a:ext cx="1824578" cy="13076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Consists of a total of 3600 training images &amp; a total of 800 validation images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10545" y="67216"/>
        <a:ext cx="1747980" cy="1231024"/>
      </dsp:txXfrm>
    </dsp:sp>
    <dsp:sp modelId="{FAEAFCB0-2044-4608-8F91-96C9AED27E34}">
      <dsp:nvSpPr>
        <dsp:cNvPr id="0" name=""/>
        <dsp:cNvSpPr/>
      </dsp:nvSpPr>
      <dsp:spPr>
        <a:xfrm>
          <a:off x="4190504" y="28917"/>
          <a:ext cx="1789793" cy="13952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Labels used in the database- ‘accident’, ‘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dense_traffic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’, ‘fire’, ‘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sparse_traffic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’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31370" y="69783"/>
        <a:ext cx="1708061" cy="1313523"/>
      </dsp:txXfrm>
    </dsp:sp>
    <dsp:sp modelId="{DC3B9B50-04F5-4E6D-A718-AD45FE739FB4}">
      <dsp:nvSpPr>
        <dsp:cNvPr id="0" name=""/>
        <dsp:cNvSpPr/>
      </dsp:nvSpPr>
      <dsp:spPr>
        <a:xfrm>
          <a:off x="6373977" y="28917"/>
          <a:ext cx="1614794" cy="115114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Each label had equal number of images for training &amp; testing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07693" y="62633"/>
        <a:ext cx="1547362" cy="10837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D2DFF-6681-4F71-94BF-215F89458C77}">
      <dsp:nvSpPr>
        <dsp:cNvPr id="0" name=""/>
        <dsp:cNvSpPr/>
      </dsp:nvSpPr>
      <dsp:spPr>
        <a:xfrm>
          <a:off x="837127" y="245363"/>
          <a:ext cx="1639111" cy="8195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‘Car License Plate Detection’ Dataset from Kaggle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61131" y="269367"/>
        <a:ext cx="1591103" cy="771547"/>
      </dsp:txXfrm>
    </dsp:sp>
    <dsp:sp modelId="{BE382032-5282-4585-A4C6-C2B794BC3694}">
      <dsp:nvSpPr>
        <dsp:cNvPr id="0" name=""/>
        <dsp:cNvSpPr/>
      </dsp:nvSpPr>
      <dsp:spPr>
        <a:xfrm>
          <a:off x="2934781" y="390"/>
          <a:ext cx="1899189" cy="13610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Consists of a total of 433 images of car license plates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74646" y="40255"/>
        <a:ext cx="1819459" cy="1281363"/>
      </dsp:txXfrm>
    </dsp:sp>
    <dsp:sp modelId="{FAEAFCB0-2044-4608-8F91-96C9AED27E34}">
      <dsp:nvSpPr>
        <dsp:cNvPr id="0" name=""/>
        <dsp:cNvSpPr/>
      </dsp:nvSpPr>
      <dsp:spPr>
        <a:xfrm>
          <a:off x="5243748" y="390"/>
          <a:ext cx="1862981" cy="14523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Each</a:t>
          </a:r>
          <a:r>
            <a:rPr lang="en-US" sz="16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had their bounding box annotations of the car license plates within the image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86285" y="42927"/>
        <a:ext cx="1777907" cy="1367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FCA5D-195A-42B4-A024-8ACBECB95893}">
      <dsp:nvSpPr>
        <dsp:cNvPr id="0" name=""/>
        <dsp:cNvSpPr/>
      </dsp:nvSpPr>
      <dsp:spPr>
        <a:xfrm>
          <a:off x="1314824" y="0"/>
          <a:ext cx="1119439" cy="559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accident</a:t>
          </a:r>
          <a:endParaRPr lang="en-IN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31218" y="16394"/>
        <a:ext cx="1086651" cy="526931"/>
      </dsp:txXfrm>
    </dsp:sp>
    <dsp:sp modelId="{DDBCB667-8D8B-4AB5-BD48-F2EB5992E8D0}">
      <dsp:nvSpPr>
        <dsp:cNvPr id="0" name=""/>
        <dsp:cNvSpPr/>
      </dsp:nvSpPr>
      <dsp:spPr>
        <a:xfrm>
          <a:off x="4291750" y="58"/>
          <a:ext cx="1119439" cy="559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dense_traffic</a:t>
          </a:r>
          <a:endParaRPr lang="en-IN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08144" y="16452"/>
        <a:ext cx="1086651" cy="526931"/>
      </dsp:txXfrm>
    </dsp:sp>
    <dsp:sp modelId="{9DE6ECFF-E415-4479-B993-9AB3CE3F1AD4}">
      <dsp:nvSpPr>
        <dsp:cNvPr id="0" name=""/>
        <dsp:cNvSpPr/>
      </dsp:nvSpPr>
      <dsp:spPr>
        <a:xfrm>
          <a:off x="6955704" y="117"/>
          <a:ext cx="1119439" cy="559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fire</a:t>
          </a:r>
          <a:endParaRPr lang="en-IN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72098" y="16511"/>
        <a:ext cx="1086651" cy="526931"/>
      </dsp:txXfrm>
    </dsp:sp>
    <dsp:sp modelId="{107A5823-4DB9-4DFE-9909-855C62376CDF}">
      <dsp:nvSpPr>
        <dsp:cNvPr id="0" name=""/>
        <dsp:cNvSpPr/>
      </dsp:nvSpPr>
      <dsp:spPr>
        <a:xfrm>
          <a:off x="9609616" y="117"/>
          <a:ext cx="1119439" cy="559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sparse_traffic</a:t>
          </a:r>
          <a:endParaRPr lang="en-IN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626010" y="16511"/>
        <a:ext cx="1086651" cy="5269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86F03-5727-47AD-ADF3-809B76C17453}">
      <dsp:nvSpPr>
        <dsp:cNvPr id="0" name=""/>
        <dsp:cNvSpPr/>
      </dsp:nvSpPr>
      <dsp:spPr>
        <a:xfrm>
          <a:off x="2032" y="1177766"/>
          <a:ext cx="2336457" cy="1168228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Pre-Processing &amp; Augmentation</a:t>
          </a:r>
          <a:endParaRPr lang="en-IN" sz="16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248" y="1211982"/>
        <a:ext cx="2268025" cy="1099796"/>
      </dsp:txXfrm>
    </dsp:sp>
    <dsp:sp modelId="{0EC3086F-0FBE-49AC-AFA9-895C5E48CE66}">
      <dsp:nvSpPr>
        <dsp:cNvPr id="0" name=""/>
        <dsp:cNvSpPr/>
      </dsp:nvSpPr>
      <dsp:spPr>
        <a:xfrm>
          <a:off x="2922605" y="1177766"/>
          <a:ext cx="2336457" cy="1168228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Hyperparameter Selection</a:t>
          </a:r>
          <a:endParaRPr lang="en-IN" sz="16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56821" y="1211982"/>
        <a:ext cx="2268025" cy="1099796"/>
      </dsp:txXfrm>
    </dsp:sp>
    <dsp:sp modelId="{5F8D54A7-FD8A-4D67-B5D3-E8469ABC7092}">
      <dsp:nvSpPr>
        <dsp:cNvPr id="0" name=""/>
        <dsp:cNvSpPr/>
      </dsp:nvSpPr>
      <dsp:spPr>
        <a:xfrm>
          <a:off x="5843177" y="1177766"/>
          <a:ext cx="2336457" cy="1168228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Individual Transfer Learning Approaches</a:t>
          </a:r>
          <a:endParaRPr lang="en-IN" sz="16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77393" y="1211982"/>
        <a:ext cx="2268025" cy="1099796"/>
      </dsp:txXfrm>
    </dsp:sp>
    <dsp:sp modelId="{984C8EB4-39F7-4D15-81AF-DBAC95CC161C}">
      <dsp:nvSpPr>
        <dsp:cNvPr id="0" name=""/>
        <dsp:cNvSpPr/>
      </dsp:nvSpPr>
      <dsp:spPr>
        <a:xfrm>
          <a:off x="8763750" y="1177766"/>
          <a:ext cx="2336457" cy="1168228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Ensemble Learning Approach </a:t>
          </a:r>
          <a:endParaRPr lang="en-IN" sz="16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797966" y="1211982"/>
        <a:ext cx="2268025" cy="10997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2BE59-DE05-4A02-BF28-431F209A098F}">
      <dsp:nvSpPr>
        <dsp:cNvPr id="0" name=""/>
        <dsp:cNvSpPr/>
      </dsp:nvSpPr>
      <dsp:spPr>
        <a:xfrm>
          <a:off x="1208" y="42993"/>
          <a:ext cx="3387895" cy="1477929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Loading 32 Images at a time using parallel method.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495" y="86280"/>
        <a:ext cx="3301321" cy="1391355"/>
      </dsp:txXfrm>
    </dsp:sp>
    <dsp:sp modelId="{488CCC8F-BF76-4BB6-B459-49BDCB359809}">
      <dsp:nvSpPr>
        <dsp:cNvPr id="0" name=""/>
        <dsp:cNvSpPr/>
      </dsp:nvSpPr>
      <dsp:spPr>
        <a:xfrm>
          <a:off x="3643200" y="9523"/>
          <a:ext cx="3387895" cy="1516028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 Augmentation with a horizontal flip of -45 degrees to +45 degrees, &amp; pixel normalization.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87603" y="53926"/>
        <a:ext cx="3299089" cy="14272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D4BCE-9D88-47B5-9924-E6EAE43AB469}">
      <dsp:nvSpPr>
        <dsp:cNvPr id="0" name=""/>
        <dsp:cNvSpPr/>
      </dsp:nvSpPr>
      <dsp:spPr>
        <a:xfrm>
          <a:off x="1298" y="358810"/>
          <a:ext cx="1268796" cy="8893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Loss-Function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Categorical Focal Loss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346" y="384858"/>
        <a:ext cx="1216700" cy="837256"/>
      </dsp:txXfrm>
    </dsp:sp>
    <dsp:sp modelId="{FCA0C6E8-9D54-465B-A35B-C85DF51DE788}">
      <dsp:nvSpPr>
        <dsp:cNvPr id="0" name=""/>
        <dsp:cNvSpPr/>
      </dsp:nvSpPr>
      <dsp:spPr>
        <a:xfrm>
          <a:off x="1577750" y="358810"/>
          <a:ext cx="1268796" cy="8893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Optimizer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Adam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03798" y="384858"/>
        <a:ext cx="1216700" cy="837256"/>
      </dsp:txXfrm>
    </dsp:sp>
    <dsp:sp modelId="{AD66557B-2952-4A3F-9CE7-4A636B1B3BFF}">
      <dsp:nvSpPr>
        <dsp:cNvPr id="0" name=""/>
        <dsp:cNvSpPr/>
      </dsp:nvSpPr>
      <dsp:spPr>
        <a:xfrm>
          <a:off x="3154202" y="358810"/>
          <a:ext cx="1268796" cy="8893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Rate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0.0001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80250" y="384858"/>
        <a:ext cx="1216700" cy="837256"/>
      </dsp:txXfrm>
    </dsp:sp>
    <dsp:sp modelId="{75E701B6-2D5F-4C6F-A2DE-8284B8F863A6}">
      <dsp:nvSpPr>
        <dsp:cNvPr id="0" name=""/>
        <dsp:cNvSpPr/>
      </dsp:nvSpPr>
      <dsp:spPr>
        <a:xfrm>
          <a:off x="4730654" y="358810"/>
          <a:ext cx="1268796" cy="8893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No. of epochs ran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25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56702" y="384858"/>
        <a:ext cx="1216700" cy="8372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2BE59-DE05-4A02-BF28-431F209A098F}">
      <dsp:nvSpPr>
        <dsp:cNvPr id="0" name=""/>
        <dsp:cNvSpPr/>
      </dsp:nvSpPr>
      <dsp:spPr>
        <a:xfrm>
          <a:off x="1208" y="42993"/>
          <a:ext cx="3387895" cy="1477929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Using</a:t>
          </a:r>
          <a:r>
            <a:rPr lang="en-US" sz="16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pre-trained CNN models without their top classification layer for feature extraction.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495" y="86280"/>
        <a:ext cx="3301321" cy="1391355"/>
      </dsp:txXfrm>
    </dsp:sp>
    <dsp:sp modelId="{488CCC8F-BF76-4BB6-B459-49BDCB359809}">
      <dsp:nvSpPr>
        <dsp:cNvPr id="0" name=""/>
        <dsp:cNvSpPr/>
      </dsp:nvSpPr>
      <dsp:spPr>
        <a:xfrm>
          <a:off x="3643200" y="9523"/>
          <a:ext cx="3387895" cy="1516028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Using</a:t>
          </a:r>
          <a:r>
            <a:rPr lang="en-US" sz="16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 Dense Layer along with a </a:t>
          </a:r>
          <a:r>
            <a:rPr lang="en-US" sz="160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softmax</a:t>
          </a:r>
          <a:r>
            <a:rPr lang="en-US" sz="16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layer for pattern recognition &amp; classification of multiple classes.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87603" y="53926"/>
        <a:ext cx="3299089" cy="142722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2BE59-DE05-4A02-BF28-431F209A098F}">
      <dsp:nvSpPr>
        <dsp:cNvPr id="0" name=""/>
        <dsp:cNvSpPr/>
      </dsp:nvSpPr>
      <dsp:spPr>
        <a:xfrm>
          <a:off x="1208" y="42993"/>
          <a:ext cx="3387895" cy="1477929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Using</a:t>
          </a:r>
          <a:r>
            <a:rPr lang="en-US" sz="16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Grid search on the predictions made by individual models to find the best possible combination of weights.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495" y="86280"/>
        <a:ext cx="3301321" cy="1391355"/>
      </dsp:txXfrm>
    </dsp:sp>
    <dsp:sp modelId="{488CCC8F-BF76-4BB6-B459-49BDCB359809}">
      <dsp:nvSpPr>
        <dsp:cNvPr id="0" name=""/>
        <dsp:cNvSpPr/>
      </dsp:nvSpPr>
      <dsp:spPr>
        <a:xfrm>
          <a:off x="3643200" y="9523"/>
          <a:ext cx="3387895" cy="1516028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Normalizing</a:t>
          </a:r>
          <a:r>
            <a:rPr lang="en-US" sz="16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these weights to be applied in weighted average approach to achieve best possible performance.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87603" y="53926"/>
        <a:ext cx="3299089" cy="142722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5D988-3E98-CD4C-BDCE-D063FF321528}">
      <dsp:nvSpPr>
        <dsp:cNvPr id="0" name=""/>
        <dsp:cNvSpPr/>
      </dsp:nvSpPr>
      <dsp:spPr>
        <a:xfrm>
          <a:off x="0" y="343181"/>
          <a:ext cx="895191" cy="708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Loading Pre-trained model</a:t>
          </a:r>
        </a:p>
      </dsp:txBody>
      <dsp:txXfrm>
        <a:off x="20755" y="363936"/>
        <a:ext cx="853681" cy="667124"/>
      </dsp:txXfrm>
    </dsp:sp>
    <dsp:sp modelId="{36F2CA4F-C7DE-3849-B907-0F814BC8F993}">
      <dsp:nvSpPr>
        <dsp:cNvPr id="0" name=""/>
        <dsp:cNvSpPr/>
      </dsp:nvSpPr>
      <dsp:spPr>
        <a:xfrm rot="21570960">
          <a:off x="984706" y="581155"/>
          <a:ext cx="189787" cy="2220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84707" y="625796"/>
        <a:ext cx="132851" cy="133205"/>
      </dsp:txXfrm>
    </dsp:sp>
    <dsp:sp modelId="{66A868EF-CD32-7B49-8D58-B0FEAEA9D556}">
      <dsp:nvSpPr>
        <dsp:cNvPr id="0" name=""/>
        <dsp:cNvSpPr/>
      </dsp:nvSpPr>
      <dsp:spPr>
        <a:xfrm>
          <a:off x="1253267" y="332594"/>
          <a:ext cx="895191" cy="708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Pipeline configuration</a:t>
          </a:r>
        </a:p>
      </dsp:txBody>
      <dsp:txXfrm>
        <a:off x="1274022" y="353349"/>
        <a:ext cx="853681" cy="667124"/>
      </dsp:txXfrm>
    </dsp:sp>
    <dsp:sp modelId="{33227019-DC86-9B47-BDB7-7D2AE8FDBEF4}">
      <dsp:nvSpPr>
        <dsp:cNvPr id="0" name=""/>
        <dsp:cNvSpPr/>
      </dsp:nvSpPr>
      <dsp:spPr>
        <a:xfrm>
          <a:off x="2237978" y="575907"/>
          <a:ext cx="189780" cy="2220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37978" y="620308"/>
        <a:ext cx="132846" cy="133205"/>
      </dsp:txXfrm>
    </dsp:sp>
    <dsp:sp modelId="{D1C9F42C-4B32-A343-9EC4-502C6F808C49}">
      <dsp:nvSpPr>
        <dsp:cNvPr id="0" name=""/>
        <dsp:cNvSpPr/>
      </dsp:nvSpPr>
      <dsp:spPr>
        <a:xfrm>
          <a:off x="2506535" y="332594"/>
          <a:ext cx="895191" cy="708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</dsp:txBody>
      <dsp:txXfrm>
        <a:off x="2527290" y="353349"/>
        <a:ext cx="853681" cy="667124"/>
      </dsp:txXfrm>
    </dsp:sp>
    <dsp:sp modelId="{9664B16E-0603-9841-87E3-B697E654B4BA}">
      <dsp:nvSpPr>
        <dsp:cNvPr id="0" name=""/>
        <dsp:cNvSpPr/>
      </dsp:nvSpPr>
      <dsp:spPr>
        <a:xfrm rot="136403">
          <a:off x="3485462" y="600530"/>
          <a:ext cx="177808" cy="2220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85483" y="643873"/>
        <a:ext cx="124466" cy="133205"/>
      </dsp:txXfrm>
    </dsp:sp>
    <dsp:sp modelId="{84CFEC16-AB3C-284F-BB25-A6B3F4ED1328}">
      <dsp:nvSpPr>
        <dsp:cNvPr id="0" name=""/>
        <dsp:cNvSpPr/>
      </dsp:nvSpPr>
      <dsp:spPr>
        <a:xfrm>
          <a:off x="3736950" y="381440"/>
          <a:ext cx="895191" cy="708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Inference and Visual enhancement</a:t>
          </a:r>
        </a:p>
      </dsp:txBody>
      <dsp:txXfrm>
        <a:off x="3757705" y="402195"/>
        <a:ext cx="853681" cy="667124"/>
      </dsp:txXfrm>
    </dsp:sp>
    <dsp:sp modelId="{453A7268-D9EF-3B43-93B1-D45860DFD3CC}">
      <dsp:nvSpPr>
        <dsp:cNvPr id="0" name=""/>
        <dsp:cNvSpPr/>
      </dsp:nvSpPr>
      <dsp:spPr>
        <a:xfrm rot="21468477">
          <a:off x="4727300" y="600112"/>
          <a:ext cx="202040" cy="2220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27322" y="645672"/>
        <a:ext cx="141428" cy="133205"/>
      </dsp:txXfrm>
    </dsp:sp>
    <dsp:sp modelId="{F8A84A67-7E61-A447-8CAC-09C646936A02}">
      <dsp:nvSpPr>
        <dsp:cNvPr id="0" name=""/>
        <dsp:cNvSpPr/>
      </dsp:nvSpPr>
      <dsp:spPr>
        <a:xfrm>
          <a:off x="5013070" y="332594"/>
          <a:ext cx="895191" cy="708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Text Extraction</a:t>
          </a:r>
        </a:p>
      </dsp:txBody>
      <dsp:txXfrm>
        <a:off x="5033825" y="353349"/>
        <a:ext cx="853681" cy="667124"/>
      </dsp:txXfrm>
    </dsp:sp>
    <dsp:sp modelId="{F933E3BB-95DB-494D-B70D-90C9D4E1D91C}">
      <dsp:nvSpPr>
        <dsp:cNvPr id="0" name=""/>
        <dsp:cNvSpPr/>
      </dsp:nvSpPr>
      <dsp:spPr>
        <a:xfrm>
          <a:off x="5997781" y="575907"/>
          <a:ext cx="189780" cy="2220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97781" y="620308"/>
        <a:ext cx="132846" cy="133205"/>
      </dsp:txXfrm>
    </dsp:sp>
    <dsp:sp modelId="{C9D9062E-469D-FE48-BD06-D1A45F4DC61F}">
      <dsp:nvSpPr>
        <dsp:cNvPr id="0" name=""/>
        <dsp:cNvSpPr/>
      </dsp:nvSpPr>
      <dsp:spPr>
        <a:xfrm>
          <a:off x="6266338" y="332594"/>
          <a:ext cx="895191" cy="708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Post-processing and Visualisation</a:t>
          </a:r>
        </a:p>
      </dsp:txBody>
      <dsp:txXfrm>
        <a:off x="6287093" y="353349"/>
        <a:ext cx="853681" cy="667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3BE25-6AB0-4B5A-B272-BAF80525AAC7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01204-A278-4123-A39E-8D91AB82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513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091E9-6AFC-6E73-AF45-21425B94B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FFF64-684E-F436-0288-2D486B256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AB7AE-F8C1-41A4-BB9A-13B39EE74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4524-6952-429C-82A5-F7BA146B3FE1}" type="datetime1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B764B-2257-66D4-045A-ADA37BC7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1227A-C02F-86CD-D59D-0CCA44B9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53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313A2-26FF-5FE6-57FE-4A8AF86E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30DF0-697A-FCAE-5CA8-9BD52FD9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B7B8C-5A04-6B37-8098-2370C2EF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B0475-75C4-4508-B10C-3ACB35873A1F}" type="datetime1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1A5E3-CAC0-1AED-C5ED-32D9FBE7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28492-F134-889F-3800-F71A5116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97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5D72B-60B9-3921-9E4E-00838D7A5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5698A-C50C-73E5-7F90-BABA1C6BC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9E193-A225-FF7E-EFB7-B1C1763A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66A0-81AA-4D41-9413-72DFCFCB0CE7}" type="datetime1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23FC-BC37-D0A4-9767-7697717D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0702C-0094-BDCD-8E92-6B9EA37D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573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8F87-111C-6F64-86BF-CD953F56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471A5-6DC3-3C3A-97E7-897730BF5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4D7B-FACA-F666-2E63-F80EA9467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3B3E7-3F5C-716E-CC50-85793A683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BF641-67ED-4E5D-81EA-26C529020113}" type="datetime1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86757-FA42-9993-1E25-9BEA106E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B3393-E9BA-4541-FD17-FEB6AA6A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90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33FD-93F2-CC9C-4432-32177D89F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D11A8-D3FF-87B8-E987-8F168A7A9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5A840-C4B1-1662-6A9A-E62319C94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07D3E-458F-1FDE-7C1D-C71D3C5FF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A418F3-9C7B-04F8-5F56-0991280C6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25A92-2D66-CCCA-E4D0-C811DF95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68E13-F775-4A58-9B33-6BE8B718B4F0}" type="datetime1">
              <a:rPr lang="en-IN" smtClean="0"/>
              <a:t>24-07-2024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D25EA-956E-6BC7-444D-DC5DE8B48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8ACD3A-29D7-5DE7-B595-FF3EC154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67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634B-F1D5-1836-135D-4805EAB3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BB611F-47FD-89C3-6AC8-A2031431A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1DF8-C4D1-4F8E-985C-9176275DBCF4}" type="datetime1">
              <a:rPr lang="en-IN" smtClean="0"/>
              <a:t>24-07-2024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07B8B-5080-0579-532D-C626D656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5A888-3546-B85F-0D09-CA0CBE93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17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AA46B-2D64-F73C-966F-397684E33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E6E94-384A-4B1F-B6C4-B30A0F119B80}" type="datetime1">
              <a:rPr lang="en-IN" smtClean="0"/>
              <a:t>24-07-2024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0CC660-7777-FBC8-DBB8-BDE32CC1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51CF3-6252-6B19-D03F-156182B4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31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5223-9F35-7C0C-9201-276A5AEC2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16D73-0C43-FC95-1BDA-DDCA67D36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37B88-1BE6-9578-1ED8-5E8BDB37E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8127C-F7A3-4EA3-3A12-83605B8D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2A5-52F2-4FA3-83DC-23CCBD3303EF}" type="datetime1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58929-90D1-7399-B545-315AC26B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25EC3-4A42-9193-184D-6048BB1B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08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2963-E027-622F-F24F-70B7AB97D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EDFD8-6D0D-3453-C641-39C15BDC1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81AE3-5038-52A4-6D73-A7CBCFC5A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2718C-EB08-7CA0-DF57-D6EC7F9B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1A4F9-3423-417D-B42B-8E55E84E611D}" type="datetime1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878A0-6A2C-EF37-89B8-C5A1D84B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F86AD-D04D-AEC4-13AA-9D469C5F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48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8014-3F4A-E040-117F-70CFCF31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FF700-2593-9114-AB4D-D9D391EF7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1BE22-41CA-92C2-CD1A-DA810DF8E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AE2DE-3CEF-41DE-98B0-16B73D8B4B28}" type="datetime1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C875-64EE-DEE5-3E7A-FC629CDD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4FCCC-7E9B-0080-84E6-C1886B16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27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34363-4577-FF44-A61B-1ECE07C35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154B9-72E9-6B17-669A-A0E7F9E17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D0CBA-3A7B-D5BF-3711-B65C4816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AF8-A912-4F0F-AB1D-4438EC8BA79F}" type="datetime1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C1546-8A73-6B53-6EA4-69B6A9A18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B2974-AD90-0997-6567-54F4A379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81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F6CA5-34BE-041A-C2AA-BB5F6A7B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A7B6F-8FE9-1ADF-C05B-6F4B9B551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813A2-606D-4D2C-6CB7-D1EEE4378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993C1-D085-49CE-BCC7-A378D6BB8EA0}" type="datetime1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AAA00-9022-C12D-7219-9C692135D7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41784-332C-307E-2946-932D608D3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25B31-451D-48D5-AC40-C3362E620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41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19.jpg"/><Relationship Id="rId18" Type="http://schemas.openxmlformats.org/officeDocument/2006/relationships/image" Target="../media/image24.jpg"/><Relationship Id="rId3" Type="http://schemas.openxmlformats.org/officeDocument/2006/relationships/diagramLayout" Target="../diagrams/layout1.xml"/><Relationship Id="rId21" Type="http://schemas.openxmlformats.org/officeDocument/2006/relationships/diagramQuickStyle" Target="../diagrams/quickStyle3.xml"/><Relationship Id="rId7" Type="http://schemas.openxmlformats.org/officeDocument/2006/relationships/diagramData" Target="../diagrams/data2.xml"/><Relationship Id="rId12" Type="http://schemas.openxmlformats.org/officeDocument/2006/relationships/image" Target="../media/image18.jpg"/><Relationship Id="rId17" Type="http://schemas.openxmlformats.org/officeDocument/2006/relationships/image" Target="../media/image23.jpg"/><Relationship Id="rId2" Type="http://schemas.openxmlformats.org/officeDocument/2006/relationships/diagramData" Target="../diagrams/data1.xml"/><Relationship Id="rId16" Type="http://schemas.openxmlformats.org/officeDocument/2006/relationships/image" Target="../media/image22.jpg"/><Relationship Id="rId20" Type="http://schemas.openxmlformats.org/officeDocument/2006/relationships/diagramLayout" Target="../diagrams/layout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21.jpg"/><Relationship Id="rId23" Type="http://schemas.microsoft.com/office/2007/relationships/diagramDrawing" Target="../diagrams/drawing3.xml"/><Relationship Id="rId10" Type="http://schemas.openxmlformats.org/officeDocument/2006/relationships/diagramColors" Target="../diagrams/colors2.xml"/><Relationship Id="rId19" Type="http://schemas.openxmlformats.org/officeDocument/2006/relationships/diagramData" Target="../diagrams/data3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image" Target="../media/image20.jpg"/><Relationship Id="rId22" Type="http://schemas.openxmlformats.org/officeDocument/2006/relationships/diagramColors" Target="../diagrams/colors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Data" Target="../diagrams/data6.xml"/><Relationship Id="rId18" Type="http://schemas.openxmlformats.org/officeDocument/2006/relationships/diagramData" Target="../diagrams/data7.xml"/><Relationship Id="rId26" Type="http://schemas.openxmlformats.org/officeDocument/2006/relationships/image" Target="../media/image29.png"/><Relationship Id="rId3" Type="http://schemas.openxmlformats.org/officeDocument/2006/relationships/diagramLayout" Target="../diagrams/layout4.xml"/><Relationship Id="rId21" Type="http://schemas.openxmlformats.org/officeDocument/2006/relationships/diagramColors" Target="../diagrams/colors7.xml"/><Relationship Id="rId7" Type="http://schemas.openxmlformats.org/officeDocument/2006/relationships/image" Target="../media/image25.jpeg"/><Relationship Id="rId12" Type="http://schemas.microsoft.com/office/2007/relationships/diagramDrawing" Target="../diagrams/drawing5.xml"/><Relationship Id="rId17" Type="http://schemas.microsoft.com/office/2007/relationships/diagramDrawing" Target="../diagrams/drawing6.xml"/><Relationship Id="rId25" Type="http://schemas.openxmlformats.org/officeDocument/2006/relationships/image" Target="../media/image28.png"/><Relationship Id="rId2" Type="http://schemas.openxmlformats.org/officeDocument/2006/relationships/diagramData" Target="../diagrams/data4.xml"/><Relationship Id="rId16" Type="http://schemas.openxmlformats.org/officeDocument/2006/relationships/diagramColors" Target="../diagrams/colors6.xml"/><Relationship Id="rId20" Type="http://schemas.openxmlformats.org/officeDocument/2006/relationships/diagramQuickStyle" Target="../diagrams/quickStyle7.xml"/><Relationship Id="rId29" Type="http://schemas.openxmlformats.org/officeDocument/2006/relationships/diagramQuickStyle" Target="../diagrams/quickStyle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openxmlformats.org/officeDocument/2006/relationships/diagramColors" Target="../diagrams/colors5.xml"/><Relationship Id="rId24" Type="http://schemas.openxmlformats.org/officeDocument/2006/relationships/image" Target="../media/image27.jpeg"/><Relationship Id="rId5" Type="http://schemas.openxmlformats.org/officeDocument/2006/relationships/diagramColors" Target="../diagrams/colors4.xml"/><Relationship Id="rId15" Type="http://schemas.openxmlformats.org/officeDocument/2006/relationships/diagramQuickStyle" Target="../diagrams/quickStyle6.xml"/><Relationship Id="rId23" Type="http://schemas.openxmlformats.org/officeDocument/2006/relationships/image" Target="../media/image26.jpeg"/><Relationship Id="rId28" Type="http://schemas.openxmlformats.org/officeDocument/2006/relationships/diagramLayout" Target="../diagrams/layout8.xml"/><Relationship Id="rId10" Type="http://schemas.openxmlformats.org/officeDocument/2006/relationships/diagramQuickStyle" Target="../diagrams/quickStyle5.xml"/><Relationship Id="rId19" Type="http://schemas.openxmlformats.org/officeDocument/2006/relationships/diagramLayout" Target="../diagrams/layout7.xml"/><Relationship Id="rId31" Type="http://schemas.microsoft.com/office/2007/relationships/diagramDrawing" Target="../diagrams/drawing8.xml"/><Relationship Id="rId4" Type="http://schemas.openxmlformats.org/officeDocument/2006/relationships/diagramQuickStyle" Target="../diagrams/quickStyle4.xml"/><Relationship Id="rId9" Type="http://schemas.openxmlformats.org/officeDocument/2006/relationships/diagramLayout" Target="../diagrams/layout5.xml"/><Relationship Id="rId14" Type="http://schemas.openxmlformats.org/officeDocument/2006/relationships/diagramLayout" Target="../diagrams/layout6.xml"/><Relationship Id="rId22" Type="http://schemas.microsoft.com/office/2007/relationships/diagramDrawing" Target="../diagrams/drawing7.xml"/><Relationship Id="rId27" Type="http://schemas.openxmlformats.org/officeDocument/2006/relationships/diagramData" Target="../diagrams/data8.xml"/><Relationship Id="rId30" Type="http://schemas.openxmlformats.org/officeDocument/2006/relationships/diagramColors" Target="../diagrams/colors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4B0C-949E-42A4-8923-9882C6765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561" y="166643"/>
            <a:ext cx="9746879" cy="776094"/>
          </a:xfrm>
        </p:spPr>
        <p:txBody>
          <a:bodyPr>
            <a:no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“Deep Learning Approach for Roadside Surveillance”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DAC338-173F-B0A1-FEF6-5AA71B2B579C}"/>
              </a:ext>
            </a:extLst>
          </p:cNvPr>
          <p:cNvSpPr/>
          <p:nvPr/>
        </p:nvSpPr>
        <p:spPr>
          <a:xfrm>
            <a:off x="490025" y="323556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BE3B7-9646-A56E-87FB-917135F9B83C}"/>
              </a:ext>
            </a:extLst>
          </p:cNvPr>
          <p:cNvSpPr txBox="1"/>
          <p:nvPr/>
        </p:nvSpPr>
        <p:spPr>
          <a:xfrm>
            <a:off x="627042" y="1053950"/>
            <a:ext cx="10937916" cy="23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 Academic Internship presented in partial fulfillment of the requirements for the degree of Bachelor of Technology by 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Soumodeep Biswash (212010014026) 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Raihan Ahmed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Sadiyal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(212010014021) 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Acharjee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(202010026007) </a:t>
            </a:r>
          </a:p>
          <a:p>
            <a:pPr algn="ctr"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Kamalika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Roy (212010014010) </a:t>
            </a:r>
          </a:p>
          <a:p>
            <a:pPr algn="ctr"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Sagnik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Dey (212010014023)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AEE6B-9696-E00D-3EC2-33894638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FAAB-A513-45D0-9847-5FA37844DB44}" type="slidenum">
              <a:rPr lang="en-IN" b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fld>
            <a:endParaRPr lang="en-IN" b="1" dirty="0"/>
          </a:p>
        </p:txBody>
      </p:sp>
      <p:pic>
        <p:nvPicPr>
          <p:cNvPr id="7" name="image2.jpg">
            <a:extLst>
              <a:ext uri="{FF2B5EF4-FFF2-40B4-BE49-F238E27FC236}">
                <a16:creationId xmlns:a16="http://schemas.microsoft.com/office/drawing/2014/main" id="{A8158F1F-575B-8505-7E99-C61C858BE9A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64624" y="3429000"/>
            <a:ext cx="1862753" cy="1591742"/>
          </a:xfrm>
          <a:prstGeom prst="rect">
            <a:avLst/>
          </a:prstGeom>
          <a:ln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7E8C6B-8FDF-AE3E-123C-A5FF101C59FB}"/>
              </a:ext>
            </a:extLst>
          </p:cNvPr>
          <p:cNvSpPr txBox="1"/>
          <p:nvPr/>
        </p:nvSpPr>
        <p:spPr>
          <a:xfrm>
            <a:off x="700455" y="4800373"/>
            <a:ext cx="10791091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BARAK VALLEY ENGINEERING COLLEGE</a:t>
            </a:r>
            <a:endParaRPr lang="en-I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IN" sz="12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(Affiliated to ASTU, Approved by AICTE)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IN" sz="12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Nirala</a:t>
            </a:r>
            <a:r>
              <a:rPr lang="en-IN" sz="12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en-IN" sz="12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Karimganj</a:t>
            </a:r>
            <a:r>
              <a:rPr lang="en-IN" sz="12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, Assam-788701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IN" sz="12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August 2022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br>
              <a:rPr lang="en-IN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858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 Placeholder 95">
            <a:extLst>
              <a:ext uri="{FF2B5EF4-FFF2-40B4-BE49-F238E27FC236}">
                <a16:creationId xmlns:a16="http://schemas.microsoft.com/office/drawing/2014/main" id="{2C5AA524-961B-29C4-4434-FFD66BC2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2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04CCBBD-5325-4408-3C55-6BCB04C68EE7}"/>
              </a:ext>
            </a:extLst>
          </p:cNvPr>
          <p:cNvSpPr txBox="1"/>
          <p:nvPr/>
        </p:nvSpPr>
        <p:spPr>
          <a:xfrm>
            <a:off x="3181580" y="2828836"/>
            <a:ext cx="58288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0" b="1" dirty="0">
                <a:effectLst>
                  <a:outerShdw blurRad="38100" dist="38100" dir="2700000" algn="t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40B90C1-5BED-1A69-80A1-4E84598F90AA}"/>
              </a:ext>
            </a:extLst>
          </p:cNvPr>
          <p:cNvSpPr/>
          <p:nvPr/>
        </p:nvSpPr>
        <p:spPr>
          <a:xfrm>
            <a:off x="490025" y="323556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69E7D10-135A-D9D3-9F2E-BF268CEDBC67}"/>
              </a:ext>
            </a:extLst>
          </p:cNvPr>
          <p:cNvGrpSpPr/>
          <p:nvPr/>
        </p:nvGrpSpPr>
        <p:grpSpPr>
          <a:xfrm>
            <a:off x="-11418084" y="1419"/>
            <a:ext cx="12400280" cy="6858000"/>
            <a:chOff x="0" y="32032"/>
            <a:chExt cx="12400280" cy="685800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D1ED27-9848-242F-FCEE-5603EDC4399E}"/>
                </a:ext>
              </a:extLst>
            </p:cNvPr>
            <p:cNvSpPr/>
            <p:nvPr/>
          </p:nvSpPr>
          <p:spPr>
            <a:xfrm rot="5400000">
              <a:off x="2771140" y="-2739108"/>
              <a:ext cx="6858000" cy="12400280"/>
            </a:xfrm>
            <a:custGeom>
              <a:avLst/>
              <a:gdLst>
                <a:gd name="connsiteX0" fmla="*/ 0 w 6858000"/>
                <a:gd name="connsiteY0" fmla="*/ 12400280 h 12400280"/>
                <a:gd name="connsiteX1" fmla="*/ 0 w 6858000"/>
                <a:gd name="connsiteY1" fmla="*/ 208280 h 12400280"/>
                <a:gd name="connsiteX2" fmla="*/ 942496 w 6858000"/>
                <a:gd name="connsiteY2" fmla="*/ 208280 h 12400280"/>
                <a:gd name="connsiteX3" fmla="*/ 1249680 w 6858000"/>
                <a:gd name="connsiteY3" fmla="*/ 0 h 12400280"/>
                <a:gd name="connsiteX4" fmla="*/ 1556864 w 6858000"/>
                <a:gd name="connsiteY4" fmla="*/ 208280 h 12400280"/>
                <a:gd name="connsiteX5" fmla="*/ 6858000 w 6858000"/>
                <a:gd name="connsiteY5" fmla="*/ 208280 h 12400280"/>
                <a:gd name="connsiteX6" fmla="*/ 6858000 w 6858000"/>
                <a:gd name="connsiteY6" fmla="*/ 12400280 h 1240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12400280">
                  <a:moveTo>
                    <a:pt x="0" y="12400280"/>
                  </a:moveTo>
                  <a:lnTo>
                    <a:pt x="0" y="208280"/>
                  </a:lnTo>
                  <a:lnTo>
                    <a:pt x="942496" y="208280"/>
                  </a:lnTo>
                  <a:lnTo>
                    <a:pt x="1249680" y="0"/>
                  </a:lnTo>
                  <a:lnTo>
                    <a:pt x="1556864" y="208280"/>
                  </a:lnTo>
                  <a:lnTo>
                    <a:pt x="6858000" y="208280"/>
                  </a:lnTo>
                  <a:lnTo>
                    <a:pt x="6858000" y="1240028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01DDE08-4B8F-423A-9621-112054B2C714}"/>
                </a:ext>
              </a:extLst>
            </p:cNvPr>
            <p:cNvSpPr txBox="1"/>
            <p:nvPr/>
          </p:nvSpPr>
          <p:spPr>
            <a:xfrm>
              <a:off x="10722015" y="369332"/>
              <a:ext cx="922047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B430DFB-ADF0-859C-FCB7-69913EB946FC}"/>
                </a:ext>
              </a:extLst>
            </p:cNvPr>
            <p:cNvSpPr txBox="1"/>
            <p:nvPr/>
          </p:nvSpPr>
          <p:spPr>
            <a:xfrm>
              <a:off x="10209023" y="2231380"/>
              <a:ext cx="20579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</a:p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(Slide no. 3)</a:t>
              </a:r>
              <a:endPara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521DA65-3609-63F2-000E-155DF3BDFB76}"/>
                </a:ext>
              </a:extLst>
            </p:cNvPr>
            <p:cNvSpPr txBox="1"/>
            <p:nvPr/>
          </p:nvSpPr>
          <p:spPr>
            <a:xfrm>
              <a:off x="10209023" y="3575193"/>
              <a:ext cx="1954116" cy="253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 to the Field of Research</a:t>
              </a:r>
            </a:p>
            <a:p>
              <a:pPr>
                <a:lnSpc>
                  <a:spcPct val="150000"/>
                </a:lnSpc>
              </a:pP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</a:p>
          </p:txBody>
        </p:sp>
        <p:pic>
          <p:nvPicPr>
            <p:cNvPr id="73" name="Graphic 72" descr="Document with solid fill">
              <a:extLst>
                <a:ext uri="{FF2B5EF4-FFF2-40B4-BE49-F238E27FC236}">
                  <a16:creationId xmlns:a16="http://schemas.microsoft.com/office/drawing/2014/main" id="{826D8958-3E06-A201-CF05-53EF2FE71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27489" y="6056724"/>
              <a:ext cx="785149" cy="785149"/>
            </a:xfrm>
            <a:prstGeom prst="rect">
              <a:avLst/>
            </a:prstGeom>
          </p:spPr>
        </p:pic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6ABCF7C-F0F6-937F-E8FC-F880E5F5DF33}"/>
              </a:ext>
            </a:extLst>
          </p:cNvPr>
          <p:cNvGrpSpPr/>
          <p:nvPr/>
        </p:nvGrpSpPr>
        <p:grpSpPr>
          <a:xfrm>
            <a:off x="-9547538" y="-2296"/>
            <a:ext cx="10380980" cy="6858000"/>
            <a:chOff x="0" y="0"/>
            <a:chExt cx="10380980" cy="6858000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7122259-CE46-1AB0-F1CF-E69392E77DCE}"/>
                </a:ext>
              </a:extLst>
            </p:cNvPr>
            <p:cNvSpPr/>
            <p:nvPr/>
          </p:nvSpPr>
          <p:spPr>
            <a:xfrm rot="5400000">
              <a:off x="1761490" y="-1761490"/>
              <a:ext cx="6858000" cy="10380980"/>
            </a:xfrm>
            <a:custGeom>
              <a:avLst/>
              <a:gdLst>
                <a:gd name="connsiteX0" fmla="*/ 0 w 6858000"/>
                <a:gd name="connsiteY0" fmla="*/ 10380980 h 10380980"/>
                <a:gd name="connsiteX1" fmla="*/ 0 w 6858000"/>
                <a:gd name="connsiteY1" fmla="*/ 208280 h 10380980"/>
                <a:gd name="connsiteX2" fmla="*/ 942496 w 6858000"/>
                <a:gd name="connsiteY2" fmla="*/ 208280 h 10380980"/>
                <a:gd name="connsiteX3" fmla="*/ 1249680 w 6858000"/>
                <a:gd name="connsiteY3" fmla="*/ 0 h 10380980"/>
                <a:gd name="connsiteX4" fmla="*/ 1556864 w 6858000"/>
                <a:gd name="connsiteY4" fmla="*/ 208280 h 10380980"/>
                <a:gd name="connsiteX5" fmla="*/ 6858000 w 6858000"/>
                <a:gd name="connsiteY5" fmla="*/ 208280 h 10380980"/>
                <a:gd name="connsiteX6" fmla="*/ 6858000 w 6858000"/>
                <a:gd name="connsiteY6" fmla="*/ 10380980 h 1038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10380980">
                  <a:moveTo>
                    <a:pt x="0" y="10380980"/>
                  </a:moveTo>
                  <a:lnTo>
                    <a:pt x="0" y="208280"/>
                  </a:lnTo>
                  <a:lnTo>
                    <a:pt x="942496" y="208280"/>
                  </a:lnTo>
                  <a:lnTo>
                    <a:pt x="1249680" y="0"/>
                  </a:lnTo>
                  <a:lnTo>
                    <a:pt x="1556864" y="208280"/>
                  </a:lnTo>
                  <a:lnTo>
                    <a:pt x="6858000" y="208280"/>
                  </a:lnTo>
                  <a:lnTo>
                    <a:pt x="6858000" y="1038098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F9B094-7040-8A74-FCBE-E349CA3D8B1F}"/>
                </a:ext>
              </a:extLst>
            </p:cNvPr>
            <p:cNvSpPr txBox="1"/>
            <p:nvPr/>
          </p:nvSpPr>
          <p:spPr>
            <a:xfrm>
              <a:off x="8777305" y="369332"/>
              <a:ext cx="922048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5B31261-E22F-FFEB-C809-66DD9F993EAE}"/>
                </a:ext>
              </a:extLst>
            </p:cNvPr>
            <p:cNvSpPr txBox="1"/>
            <p:nvPr/>
          </p:nvSpPr>
          <p:spPr>
            <a:xfrm>
              <a:off x="8114728" y="2231380"/>
              <a:ext cx="205797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Literature Review</a:t>
              </a:r>
            </a:p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(Slide no. 7)</a:t>
              </a:r>
              <a:endPara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2E724D7-2FB8-FC1C-14DF-09C9011FC513}"/>
                </a:ext>
              </a:extLst>
            </p:cNvPr>
            <p:cNvSpPr txBox="1"/>
            <p:nvPr/>
          </p:nvSpPr>
          <p:spPr>
            <a:xfrm>
              <a:off x="8166655" y="3575193"/>
              <a:ext cx="1954116" cy="1289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Previous Works &amp; their key Findings</a:t>
              </a:r>
            </a:p>
          </p:txBody>
        </p:sp>
        <p:pic>
          <p:nvPicPr>
            <p:cNvPr id="75" name="Graphic 74" descr="Books with solid fill">
              <a:extLst>
                <a:ext uri="{FF2B5EF4-FFF2-40B4-BE49-F238E27FC236}">
                  <a16:creationId xmlns:a16="http://schemas.microsoft.com/office/drawing/2014/main" id="{DD597D25-54DB-393F-D57C-B99A7F0E7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04326" y="5929671"/>
              <a:ext cx="914400" cy="9144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A8E833B-4BA4-6FA7-E749-2AC71872E16A}"/>
              </a:ext>
            </a:extLst>
          </p:cNvPr>
          <p:cNvGrpSpPr/>
          <p:nvPr/>
        </p:nvGrpSpPr>
        <p:grpSpPr>
          <a:xfrm>
            <a:off x="-7655903" y="-6441"/>
            <a:ext cx="8342630" cy="6911207"/>
            <a:chOff x="0" y="-8811"/>
            <a:chExt cx="8342630" cy="6911207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ED472EF-686E-A1AD-9582-8A254CB42EC2}"/>
                </a:ext>
              </a:extLst>
            </p:cNvPr>
            <p:cNvSpPr/>
            <p:nvPr/>
          </p:nvSpPr>
          <p:spPr>
            <a:xfrm rot="5400000">
              <a:off x="742315" y="-751126"/>
              <a:ext cx="6858000" cy="8342630"/>
            </a:xfrm>
            <a:custGeom>
              <a:avLst/>
              <a:gdLst>
                <a:gd name="connsiteX0" fmla="*/ 0 w 6858000"/>
                <a:gd name="connsiteY0" fmla="*/ 8342630 h 8342630"/>
                <a:gd name="connsiteX1" fmla="*/ 0 w 6858000"/>
                <a:gd name="connsiteY1" fmla="*/ 208280 h 8342630"/>
                <a:gd name="connsiteX2" fmla="*/ 942496 w 6858000"/>
                <a:gd name="connsiteY2" fmla="*/ 208280 h 8342630"/>
                <a:gd name="connsiteX3" fmla="*/ 1249680 w 6858000"/>
                <a:gd name="connsiteY3" fmla="*/ 0 h 8342630"/>
                <a:gd name="connsiteX4" fmla="*/ 1556864 w 6858000"/>
                <a:gd name="connsiteY4" fmla="*/ 208280 h 8342630"/>
                <a:gd name="connsiteX5" fmla="*/ 6858000 w 6858000"/>
                <a:gd name="connsiteY5" fmla="*/ 208280 h 8342630"/>
                <a:gd name="connsiteX6" fmla="*/ 6858000 w 6858000"/>
                <a:gd name="connsiteY6" fmla="*/ 8342630 h 8342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8342630">
                  <a:moveTo>
                    <a:pt x="0" y="8342630"/>
                  </a:moveTo>
                  <a:lnTo>
                    <a:pt x="0" y="208280"/>
                  </a:lnTo>
                  <a:lnTo>
                    <a:pt x="942496" y="208280"/>
                  </a:lnTo>
                  <a:lnTo>
                    <a:pt x="1249680" y="0"/>
                  </a:lnTo>
                  <a:lnTo>
                    <a:pt x="1556864" y="208280"/>
                  </a:lnTo>
                  <a:lnTo>
                    <a:pt x="6858000" y="208280"/>
                  </a:lnTo>
                  <a:lnTo>
                    <a:pt x="6858000" y="834263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C454332-4B90-7BD7-956E-61F6868AC92F}"/>
                </a:ext>
              </a:extLst>
            </p:cNvPr>
            <p:cNvSpPr txBox="1"/>
            <p:nvPr/>
          </p:nvSpPr>
          <p:spPr>
            <a:xfrm>
              <a:off x="6758005" y="369332"/>
              <a:ext cx="922048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6044CC1-50DC-E1E3-319E-BFCB94CABCF1}"/>
                </a:ext>
              </a:extLst>
            </p:cNvPr>
            <p:cNvSpPr txBox="1"/>
            <p:nvPr/>
          </p:nvSpPr>
          <p:spPr>
            <a:xfrm>
              <a:off x="6086189" y="2231380"/>
              <a:ext cx="205797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Aim &amp; Objective of the Research</a:t>
              </a:r>
            </a:p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(Slide no. 8)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887B0A0-613F-33B5-9249-4B16740AA0CE}"/>
                </a:ext>
              </a:extLst>
            </p:cNvPr>
            <p:cNvSpPr txBox="1"/>
            <p:nvPr/>
          </p:nvSpPr>
          <p:spPr>
            <a:xfrm>
              <a:off x="6139557" y="3575193"/>
              <a:ext cx="1954116" cy="2120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Aim of the Work</a:t>
              </a:r>
            </a:p>
            <a:p>
              <a:pPr>
                <a:lnSpc>
                  <a:spcPct val="150000"/>
                </a:lnSpc>
              </a:pP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of the work</a:t>
              </a:r>
            </a:p>
          </p:txBody>
        </p:sp>
        <p:pic>
          <p:nvPicPr>
            <p:cNvPr id="81" name="Graphic 80" descr="Bullseye with solid fill">
              <a:extLst>
                <a:ext uri="{FF2B5EF4-FFF2-40B4-BE49-F238E27FC236}">
                  <a16:creationId xmlns:a16="http://schemas.microsoft.com/office/drawing/2014/main" id="{0A425027-6056-00E4-ABAF-CC55DED67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40891" y="5929671"/>
              <a:ext cx="972725" cy="972725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5133FC1-ECF5-34AB-9998-758A5800E97B}"/>
              </a:ext>
            </a:extLst>
          </p:cNvPr>
          <p:cNvGrpSpPr/>
          <p:nvPr/>
        </p:nvGrpSpPr>
        <p:grpSpPr>
          <a:xfrm>
            <a:off x="-5776275" y="-14205"/>
            <a:ext cx="6323330" cy="6858000"/>
            <a:chOff x="0" y="0"/>
            <a:chExt cx="6323330" cy="685800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F3997E3-969B-EA7E-F51C-CBF69310F0EA}"/>
                </a:ext>
              </a:extLst>
            </p:cNvPr>
            <p:cNvSpPr/>
            <p:nvPr/>
          </p:nvSpPr>
          <p:spPr>
            <a:xfrm rot="5400000">
              <a:off x="-267335" y="267335"/>
              <a:ext cx="6858000" cy="6323330"/>
            </a:xfrm>
            <a:custGeom>
              <a:avLst/>
              <a:gdLst>
                <a:gd name="connsiteX0" fmla="*/ 0 w 6858000"/>
                <a:gd name="connsiteY0" fmla="*/ 6323330 h 6323330"/>
                <a:gd name="connsiteX1" fmla="*/ 0 w 6858000"/>
                <a:gd name="connsiteY1" fmla="*/ 208280 h 6323330"/>
                <a:gd name="connsiteX2" fmla="*/ 942496 w 6858000"/>
                <a:gd name="connsiteY2" fmla="*/ 208280 h 6323330"/>
                <a:gd name="connsiteX3" fmla="*/ 1249680 w 6858000"/>
                <a:gd name="connsiteY3" fmla="*/ 0 h 6323330"/>
                <a:gd name="connsiteX4" fmla="*/ 1556864 w 6858000"/>
                <a:gd name="connsiteY4" fmla="*/ 208280 h 6323330"/>
                <a:gd name="connsiteX5" fmla="*/ 6858000 w 6858000"/>
                <a:gd name="connsiteY5" fmla="*/ 208280 h 6323330"/>
                <a:gd name="connsiteX6" fmla="*/ 6858000 w 6858000"/>
                <a:gd name="connsiteY6" fmla="*/ 6323330 h 632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6323330">
                  <a:moveTo>
                    <a:pt x="0" y="6323330"/>
                  </a:moveTo>
                  <a:lnTo>
                    <a:pt x="0" y="208280"/>
                  </a:lnTo>
                  <a:lnTo>
                    <a:pt x="942496" y="208280"/>
                  </a:lnTo>
                  <a:lnTo>
                    <a:pt x="1249680" y="0"/>
                  </a:lnTo>
                  <a:lnTo>
                    <a:pt x="1556864" y="208280"/>
                  </a:lnTo>
                  <a:lnTo>
                    <a:pt x="6858000" y="208280"/>
                  </a:lnTo>
                  <a:lnTo>
                    <a:pt x="6858000" y="632333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B2172AE-BFD1-DD93-AF7D-A66D627DFBDB}"/>
                </a:ext>
              </a:extLst>
            </p:cNvPr>
            <p:cNvSpPr txBox="1"/>
            <p:nvPr/>
          </p:nvSpPr>
          <p:spPr>
            <a:xfrm>
              <a:off x="4729466" y="369332"/>
              <a:ext cx="922048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76BF32-7599-E785-6236-EA8A4CE04629}"/>
                </a:ext>
              </a:extLst>
            </p:cNvPr>
            <p:cNvSpPr txBox="1"/>
            <p:nvPr/>
          </p:nvSpPr>
          <p:spPr>
            <a:xfrm>
              <a:off x="4069730" y="2231380"/>
              <a:ext cx="205797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Materials &amp; Methodology</a:t>
              </a:r>
            </a:p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(Slide no. 9)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CD7FBC2-D6B2-028F-2865-A8BB3D58A2AA}"/>
                </a:ext>
              </a:extLst>
            </p:cNvPr>
            <p:cNvSpPr txBox="1"/>
            <p:nvPr/>
          </p:nvSpPr>
          <p:spPr>
            <a:xfrm>
              <a:off x="4141315" y="3575193"/>
              <a:ext cx="1954116" cy="2120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Materials used for the work</a:t>
              </a:r>
            </a:p>
            <a:p>
              <a:pPr>
                <a:lnSpc>
                  <a:spcPct val="150000"/>
                </a:lnSpc>
              </a:pP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 of the work</a:t>
              </a:r>
            </a:p>
          </p:txBody>
        </p:sp>
        <p:pic>
          <p:nvPicPr>
            <p:cNvPr id="79" name="Graphic 78" descr="Beaker with solid fill">
              <a:extLst>
                <a:ext uri="{FF2B5EF4-FFF2-40B4-BE49-F238E27FC236}">
                  <a16:creationId xmlns:a16="http://schemas.microsoft.com/office/drawing/2014/main" id="{8C9B6E41-EE63-B20B-877F-39FFFD004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12352" y="5810823"/>
              <a:ext cx="972725" cy="972725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98C962F-E5D7-494D-F2EF-4DC93DB5FCBA}"/>
              </a:ext>
            </a:extLst>
          </p:cNvPr>
          <p:cNvGrpSpPr/>
          <p:nvPr/>
        </p:nvGrpSpPr>
        <p:grpSpPr>
          <a:xfrm>
            <a:off x="-3833008" y="-12000"/>
            <a:ext cx="4265930" cy="6935660"/>
            <a:chOff x="28861" y="0"/>
            <a:chExt cx="4265930" cy="693566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BDED9B8-D815-668E-60FC-D4F34B93520C}"/>
                </a:ext>
              </a:extLst>
            </p:cNvPr>
            <p:cNvSpPr/>
            <p:nvPr/>
          </p:nvSpPr>
          <p:spPr>
            <a:xfrm rot="5400000">
              <a:off x="-1267174" y="1296035"/>
              <a:ext cx="6858000" cy="4265930"/>
            </a:xfrm>
            <a:custGeom>
              <a:avLst/>
              <a:gdLst>
                <a:gd name="connsiteX0" fmla="*/ 0 w 6858000"/>
                <a:gd name="connsiteY0" fmla="*/ 4265930 h 4265930"/>
                <a:gd name="connsiteX1" fmla="*/ 0 w 6858000"/>
                <a:gd name="connsiteY1" fmla="*/ 189230 h 4265930"/>
                <a:gd name="connsiteX2" fmla="*/ 970592 w 6858000"/>
                <a:gd name="connsiteY2" fmla="*/ 189230 h 4265930"/>
                <a:gd name="connsiteX3" fmla="*/ 1249680 w 6858000"/>
                <a:gd name="connsiteY3" fmla="*/ 0 h 4265930"/>
                <a:gd name="connsiteX4" fmla="*/ 1528768 w 6858000"/>
                <a:gd name="connsiteY4" fmla="*/ 189230 h 4265930"/>
                <a:gd name="connsiteX5" fmla="*/ 6858000 w 6858000"/>
                <a:gd name="connsiteY5" fmla="*/ 189230 h 4265930"/>
                <a:gd name="connsiteX6" fmla="*/ 6858000 w 6858000"/>
                <a:gd name="connsiteY6" fmla="*/ 4265930 h 426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4265930">
                  <a:moveTo>
                    <a:pt x="0" y="4265930"/>
                  </a:moveTo>
                  <a:lnTo>
                    <a:pt x="0" y="189230"/>
                  </a:lnTo>
                  <a:lnTo>
                    <a:pt x="970592" y="189230"/>
                  </a:lnTo>
                  <a:lnTo>
                    <a:pt x="1249680" y="0"/>
                  </a:lnTo>
                  <a:lnTo>
                    <a:pt x="1528768" y="189230"/>
                  </a:lnTo>
                  <a:lnTo>
                    <a:pt x="6858000" y="189230"/>
                  </a:lnTo>
                  <a:lnTo>
                    <a:pt x="6858000" y="426593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1A091D-97B0-2C7A-DFA1-2564F40B48E9}"/>
                </a:ext>
              </a:extLst>
            </p:cNvPr>
            <p:cNvSpPr txBox="1"/>
            <p:nvPr/>
          </p:nvSpPr>
          <p:spPr>
            <a:xfrm>
              <a:off x="2700641" y="369332"/>
              <a:ext cx="922048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CC39A90-4CFA-4B9B-3537-889C3F3D6A00}"/>
                </a:ext>
              </a:extLst>
            </p:cNvPr>
            <p:cNvSpPr txBox="1"/>
            <p:nvPr/>
          </p:nvSpPr>
          <p:spPr>
            <a:xfrm>
              <a:off x="2031380" y="2231380"/>
              <a:ext cx="205797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 &amp; Discussion</a:t>
              </a:r>
            </a:p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(Slide no. 13)</a:t>
              </a:r>
              <a:endPara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6743D11-6519-8BF4-C4D0-2B3B52F2E585}"/>
                </a:ext>
              </a:extLst>
            </p:cNvPr>
            <p:cNvSpPr txBox="1"/>
            <p:nvPr/>
          </p:nvSpPr>
          <p:spPr>
            <a:xfrm>
              <a:off x="2081980" y="3575193"/>
              <a:ext cx="1954116" cy="2120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Key Findings of the work</a:t>
              </a:r>
            </a:p>
            <a:p>
              <a:pPr>
                <a:lnSpc>
                  <a:spcPct val="150000"/>
                </a:lnSpc>
              </a:pP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 Discussions</a:t>
              </a:r>
            </a:p>
          </p:txBody>
        </p:sp>
        <p:pic>
          <p:nvPicPr>
            <p:cNvPr id="77" name="Graphic 76" descr="Bar chart with solid fill">
              <a:extLst>
                <a:ext uri="{FF2B5EF4-FFF2-40B4-BE49-F238E27FC236}">
                  <a16:creationId xmlns:a16="http://schemas.microsoft.com/office/drawing/2014/main" id="{E26C2D7D-9C95-0A1A-7D08-BA813C41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480497" y="5962935"/>
              <a:ext cx="972725" cy="972725"/>
            </a:xfrm>
            <a:prstGeom prst="rect">
              <a:avLst/>
            </a:prstGeom>
          </p:spPr>
        </p:pic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2717969-7AAA-8E7D-59AD-6FE4816BF508}"/>
              </a:ext>
            </a:extLst>
          </p:cNvPr>
          <p:cNvGrpSpPr/>
          <p:nvPr/>
        </p:nvGrpSpPr>
        <p:grpSpPr>
          <a:xfrm>
            <a:off x="-2041093" y="-15974"/>
            <a:ext cx="2265680" cy="6883349"/>
            <a:chOff x="-7342" y="0"/>
            <a:chExt cx="2265680" cy="6883349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5C8F1BC-830E-E59A-8BCA-76113AA4AE07}"/>
                </a:ext>
              </a:extLst>
            </p:cNvPr>
            <p:cNvSpPr/>
            <p:nvPr/>
          </p:nvSpPr>
          <p:spPr>
            <a:xfrm rot="5400000">
              <a:off x="-2303502" y="2296160"/>
              <a:ext cx="6858000" cy="2265680"/>
            </a:xfrm>
            <a:custGeom>
              <a:avLst/>
              <a:gdLst>
                <a:gd name="connsiteX0" fmla="*/ 0 w 6858000"/>
                <a:gd name="connsiteY0" fmla="*/ 2265680 h 2265680"/>
                <a:gd name="connsiteX1" fmla="*/ 0 w 6858000"/>
                <a:gd name="connsiteY1" fmla="*/ 227330 h 2265680"/>
                <a:gd name="connsiteX2" fmla="*/ 914400 w 6858000"/>
                <a:gd name="connsiteY2" fmla="*/ 227330 h 2265680"/>
                <a:gd name="connsiteX3" fmla="*/ 1249680 w 6858000"/>
                <a:gd name="connsiteY3" fmla="*/ 0 h 2265680"/>
                <a:gd name="connsiteX4" fmla="*/ 1584960 w 6858000"/>
                <a:gd name="connsiteY4" fmla="*/ 227330 h 2265680"/>
                <a:gd name="connsiteX5" fmla="*/ 6858000 w 6858000"/>
                <a:gd name="connsiteY5" fmla="*/ 227330 h 2265680"/>
                <a:gd name="connsiteX6" fmla="*/ 6858000 w 6858000"/>
                <a:gd name="connsiteY6" fmla="*/ 2265680 h 226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265680">
                  <a:moveTo>
                    <a:pt x="0" y="2265680"/>
                  </a:moveTo>
                  <a:lnTo>
                    <a:pt x="0" y="227330"/>
                  </a:lnTo>
                  <a:lnTo>
                    <a:pt x="914400" y="227330"/>
                  </a:lnTo>
                  <a:lnTo>
                    <a:pt x="1249680" y="0"/>
                  </a:lnTo>
                  <a:lnTo>
                    <a:pt x="1584960" y="227330"/>
                  </a:lnTo>
                  <a:lnTo>
                    <a:pt x="6858000" y="227330"/>
                  </a:lnTo>
                  <a:lnTo>
                    <a:pt x="6858000" y="226568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62F4A5-859E-988F-F11D-9F55A4B8A48A}"/>
                </a:ext>
              </a:extLst>
            </p:cNvPr>
            <p:cNvSpPr txBox="1"/>
            <p:nvPr/>
          </p:nvSpPr>
          <p:spPr>
            <a:xfrm>
              <a:off x="547938" y="369332"/>
              <a:ext cx="922048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30C7570-FB39-1E1B-A8C9-2E67D07492B9}"/>
                </a:ext>
              </a:extLst>
            </p:cNvPr>
            <p:cNvSpPr txBox="1"/>
            <p:nvPr/>
          </p:nvSpPr>
          <p:spPr>
            <a:xfrm>
              <a:off x="-4783" y="2231380"/>
              <a:ext cx="20579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(Slide no. 14)</a:t>
              </a:r>
              <a:endPara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7F901F-00EC-3A23-69AF-C37EAB41BF9F}"/>
                </a:ext>
              </a:extLst>
            </p:cNvPr>
            <p:cNvSpPr txBox="1"/>
            <p:nvPr/>
          </p:nvSpPr>
          <p:spPr>
            <a:xfrm>
              <a:off x="31904" y="3575193"/>
              <a:ext cx="1954116" cy="2120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 &amp; Future Scope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</a:t>
              </a:r>
            </a:p>
            <a:p>
              <a:pPr>
                <a:lnSpc>
                  <a:spcPct val="150000"/>
                </a:lnSpc>
              </a:pP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3" name="Graphic 82" descr="Closed book with solid fill">
              <a:extLst>
                <a:ext uri="{FF2B5EF4-FFF2-40B4-BE49-F238E27FC236}">
                  <a16:creationId xmlns:a16="http://schemas.microsoft.com/office/drawing/2014/main" id="{9D5CDBBA-05DC-919F-7F95-7BD1819F0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22599" y="5910624"/>
              <a:ext cx="972725" cy="972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3749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1.48148E-6 L 0.93828 0.000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9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48148E-6 L 0.78464 0.0004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3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22222E-6 L 0.6267 -0.00301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328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33333E-6 L 0.46927 0.00069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6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3.7037E-6 L 0.31875 -0.00046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3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96296E-6 L 0.16875 -0.0011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38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852976-05EB-8C72-75D5-3DF851CF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3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23CAE-812E-213D-BDA9-D9C1CA25BC41}"/>
              </a:ext>
            </a:extLst>
          </p:cNvPr>
          <p:cNvSpPr txBox="1"/>
          <p:nvPr/>
        </p:nvSpPr>
        <p:spPr>
          <a:xfrm>
            <a:off x="3265714" y="7091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288ADB-7096-A612-2D0B-E6A85357DCEA}"/>
              </a:ext>
            </a:extLst>
          </p:cNvPr>
          <p:cNvSpPr/>
          <p:nvPr/>
        </p:nvSpPr>
        <p:spPr>
          <a:xfrm>
            <a:off x="490025" y="323556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02D4E-B535-E379-1A9E-92CE3CEFDF96}"/>
              </a:ext>
            </a:extLst>
          </p:cNvPr>
          <p:cNvSpPr txBox="1"/>
          <p:nvPr/>
        </p:nvSpPr>
        <p:spPr>
          <a:xfrm>
            <a:off x="544880" y="2274838"/>
            <a:ext cx="111022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FIELD OF WORK</a:t>
            </a:r>
            <a:endParaRPr lang="en-IN" sz="72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5038"/>
      </p:ext>
    </p:extLst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0008480-1FC7-4FEA-F69F-1B21F0D53BFA}"/>
              </a:ext>
            </a:extLst>
          </p:cNvPr>
          <p:cNvGrpSpPr/>
          <p:nvPr/>
        </p:nvGrpSpPr>
        <p:grpSpPr>
          <a:xfrm>
            <a:off x="-6559809" y="1886129"/>
            <a:ext cx="5357379" cy="4582761"/>
            <a:chOff x="3417311" y="1886129"/>
            <a:chExt cx="5357379" cy="458276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CB5D146-3BE2-B50D-0857-B60028CF4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7311" y="1886129"/>
              <a:ext cx="5357379" cy="428417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B83F24-71B2-C0A9-6231-A1FF851F5236}"/>
                </a:ext>
              </a:extLst>
            </p:cNvPr>
            <p:cNvSpPr txBox="1"/>
            <p:nvPr/>
          </p:nvSpPr>
          <p:spPr>
            <a:xfrm>
              <a:off x="3714750" y="5884115"/>
              <a:ext cx="476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1: Difference Between Artificial Intelligence, Machine Learning &amp; Deep Learning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5686F0-1CFB-9611-5003-DDC199C5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8776" y="6467621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4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3DCF3-5D93-F239-0C7E-17F6455F9BA9}"/>
              </a:ext>
            </a:extLst>
          </p:cNvPr>
          <p:cNvSpPr txBox="1"/>
          <p:nvPr/>
        </p:nvSpPr>
        <p:spPr>
          <a:xfrm>
            <a:off x="544880" y="352425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endParaRPr lang="en-IN" sz="66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65B26C-D787-1D5E-7320-8471DD972D21}"/>
              </a:ext>
            </a:extLst>
          </p:cNvPr>
          <p:cNvGrpSpPr/>
          <p:nvPr/>
        </p:nvGrpSpPr>
        <p:grpSpPr>
          <a:xfrm>
            <a:off x="-4655319" y="3040917"/>
            <a:ext cx="2403859" cy="3295650"/>
            <a:chOff x="8810625" y="2876550"/>
            <a:chExt cx="2427898" cy="32956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568B99-86DA-9EBC-0A9F-8EF6B7448C93}"/>
                </a:ext>
              </a:extLst>
            </p:cNvPr>
            <p:cNvSpPr txBox="1"/>
            <p:nvPr/>
          </p:nvSpPr>
          <p:spPr>
            <a:xfrm>
              <a:off x="8840177" y="2876550"/>
              <a:ext cx="2398346" cy="323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is Deep Learning?</a:t>
              </a:r>
            </a:p>
            <a:p>
              <a:pPr algn="ctr"/>
              <a:endParaRPr lang="en-US" sz="2000" b="1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Deep learning is a machine learning technique that teaches computers to do what comes naturally to humans: learn by example.</a:t>
              </a:r>
            </a:p>
            <a:p>
              <a:pPr algn="ctr"/>
              <a:endParaRPr lang="en-IN" b="1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F22DB68-F8FC-0DB3-9D5E-C7D9DE93FD11}"/>
                </a:ext>
              </a:extLst>
            </p:cNvPr>
            <p:cNvCxnSpPr/>
            <p:nvPr/>
          </p:nvCxnSpPr>
          <p:spPr>
            <a:xfrm>
              <a:off x="8810625" y="2895600"/>
              <a:ext cx="0" cy="32766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2063D4-05FC-7CA2-B609-3B3997734818}"/>
              </a:ext>
            </a:extLst>
          </p:cNvPr>
          <p:cNvGrpSpPr/>
          <p:nvPr/>
        </p:nvGrpSpPr>
        <p:grpSpPr>
          <a:xfrm>
            <a:off x="-5440048" y="3045094"/>
            <a:ext cx="2403859" cy="3295650"/>
            <a:chOff x="8810625" y="2876550"/>
            <a:chExt cx="2427898" cy="329565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75DD48-92FD-6058-05F1-DB107A6E66BF}"/>
                </a:ext>
              </a:extLst>
            </p:cNvPr>
            <p:cNvSpPr txBox="1"/>
            <p:nvPr/>
          </p:nvSpPr>
          <p:spPr>
            <a:xfrm>
              <a:off x="8840177" y="2876550"/>
              <a:ext cx="2398346" cy="3200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How Deep Learning Works?</a:t>
              </a:r>
            </a:p>
            <a:p>
              <a:pPr algn="ctr"/>
              <a:endParaRPr lang="en-US" b="1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Most deep learning methods use neural network architectures, which is why deep learning models are often referred to as </a:t>
              </a:r>
              <a:r>
                <a:rPr lang="en-IN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Deep Neural Networks.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EBFB0AF-214B-5D85-3FD8-D1F6DFBAA7FA}"/>
                </a:ext>
              </a:extLst>
            </p:cNvPr>
            <p:cNvCxnSpPr/>
            <p:nvPr/>
          </p:nvCxnSpPr>
          <p:spPr>
            <a:xfrm>
              <a:off x="8810625" y="2895600"/>
              <a:ext cx="0" cy="32766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169C63-FB2C-D370-13EA-12D16A06D3CA}"/>
              </a:ext>
            </a:extLst>
          </p:cNvPr>
          <p:cNvGrpSpPr/>
          <p:nvPr/>
        </p:nvGrpSpPr>
        <p:grpSpPr>
          <a:xfrm>
            <a:off x="-5558026" y="2975780"/>
            <a:ext cx="2403859" cy="3295650"/>
            <a:chOff x="8810625" y="2876550"/>
            <a:chExt cx="2427898" cy="329565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ABD98C-6701-6E26-EE9E-C0D1F7B613E9}"/>
                </a:ext>
              </a:extLst>
            </p:cNvPr>
            <p:cNvSpPr txBox="1"/>
            <p:nvPr/>
          </p:nvSpPr>
          <p:spPr>
            <a:xfrm>
              <a:off x="8840177" y="2876550"/>
              <a:ext cx="2398346" cy="295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Why Deep Learning matters?</a:t>
              </a:r>
            </a:p>
            <a:p>
              <a:pPr algn="ctr"/>
              <a:endParaRPr lang="en-IN" sz="2000" b="1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Deep learning achieves recognition accuracy at higher levels than traditional </a:t>
              </a:r>
              <a:r>
                <a:rPr lang="en-IN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Machine Learning</a:t>
              </a:r>
              <a:r>
                <a: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before due to their neural network architecture. 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7497E5C-09C7-EECF-8384-B646CF65839F}"/>
                </a:ext>
              </a:extLst>
            </p:cNvPr>
            <p:cNvCxnSpPr/>
            <p:nvPr/>
          </p:nvCxnSpPr>
          <p:spPr>
            <a:xfrm>
              <a:off x="8810625" y="2895600"/>
              <a:ext cx="0" cy="32766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6146CFF-75B8-00FF-6C46-EDFDEBFCBB3D}"/>
              </a:ext>
            </a:extLst>
          </p:cNvPr>
          <p:cNvGrpSpPr/>
          <p:nvPr/>
        </p:nvGrpSpPr>
        <p:grpSpPr>
          <a:xfrm>
            <a:off x="-6123679" y="3049270"/>
            <a:ext cx="2403859" cy="3785652"/>
            <a:chOff x="8810625" y="2876550"/>
            <a:chExt cx="2427898" cy="378565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33ACCE-951A-B83D-F49D-C9AD4692A675}"/>
                </a:ext>
              </a:extLst>
            </p:cNvPr>
            <p:cNvSpPr txBox="1"/>
            <p:nvPr/>
          </p:nvSpPr>
          <p:spPr>
            <a:xfrm>
              <a:off x="8840177" y="2876550"/>
              <a:ext cx="2398346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Applications</a:t>
              </a:r>
            </a:p>
            <a:p>
              <a:pPr algn="ctr"/>
              <a:endParaRPr lang="en-US" sz="2000" b="1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Used in automated driving applications to detect objects such as stop signs &amp; traffic lights.</a:t>
              </a:r>
            </a:p>
            <a:p>
              <a:pPr algn="ctr"/>
              <a:r>
                <a:rPr lang="en-US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Used in medical research for applications like automatic detection of cancer cells. </a:t>
              </a:r>
            </a:p>
            <a:p>
              <a:pPr algn="ctr"/>
              <a:endParaRPr lang="en-IN" sz="2000" b="1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D59A4D1-9EC0-7837-8E94-8118D667463B}"/>
                </a:ext>
              </a:extLst>
            </p:cNvPr>
            <p:cNvCxnSpPr/>
            <p:nvPr/>
          </p:nvCxnSpPr>
          <p:spPr>
            <a:xfrm>
              <a:off x="8810625" y="2895600"/>
              <a:ext cx="0" cy="32766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A961680-2485-B8B5-4FF9-877A44A3905A}"/>
              </a:ext>
            </a:extLst>
          </p:cNvPr>
          <p:cNvGrpSpPr/>
          <p:nvPr/>
        </p:nvGrpSpPr>
        <p:grpSpPr>
          <a:xfrm>
            <a:off x="778870" y="7170420"/>
            <a:ext cx="4946607" cy="4188005"/>
            <a:chOff x="778870" y="7170420"/>
            <a:chExt cx="4946607" cy="418800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7F2A1C0-C720-5D28-70C2-97C104CAEE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848"/>
            <a:stretch/>
          </p:blipFill>
          <p:spPr>
            <a:xfrm>
              <a:off x="778870" y="7170420"/>
              <a:ext cx="4946607" cy="38862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49A8FAE-31EE-4FFA-9614-D969ADE64847}"/>
                </a:ext>
              </a:extLst>
            </p:cNvPr>
            <p:cNvSpPr txBox="1"/>
            <p:nvPr/>
          </p:nvSpPr>
          <p:spPr>
            <a:xfrm>
              <a:off x="1565910" y="11019871"/>
              <a:ext cx="35910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2: Deep Learning Neural Network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B685275-CF86-8288-A3B9-B789D3E4864A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8161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22222E-6 L 0.82904 -0.0046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445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2904 -0.00463 L 1.56068 -0.0030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76" y="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7037E-6 L 1.12695 0.00301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34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0.96719 0.00255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359" y="11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07407E-6 L -0.00157 -0.74862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3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-0.74861 L 3.125E-6 0.2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4856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0.7418 0.0125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083" y="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85185E-6 L 0.56068 -1.85185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5B3A9E-B0F1-9A36-7550-D1D415E0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0640" y="6432550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5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007A4-1F3A-FDCF-91AD-D8148312D25C}"/>
              </a:ext>
            </a:extLst>
          </p:cNvPr>
          <p:cNvSpPr txBox="1"/>
          <p:nvPr/>
        </p:nvSpPr>
        <p:spPr>
          <a:xfrm>
            <a:off x="490024" y="421640"/>
            <a:ext cx="111570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</a:t>
            </a:r>
            <a:endParaRPr lang="en-IN" sz="60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C8C70B-4747-8889-2ABA-CB25A6BD174C}"/>
              </a:ext>
            </a:extLst>
          </p:cNvPr>
          <p:cNvGrpSpPr/>
          <p:nvPr/>
        </p:nvGrpSpPr>
        <p:grpSpPr>
          <a:xfrm>
            <a:off x="625029" y="8113854"/>
            <a:ext cx="4972170" cy="2801074"/>
            <a:chOff x="662743" y="1868659"/>
            <a:chExt cx="7038975" cy="44451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2186F2F-318D-242F-2C0C-D6EC50479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43" y="1868659"/>
              <a:ext cx="7038975" cy="395287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93B9A5-51BD-8CB2-3157-C3ACDCB62A16}"/>
                </a:ext>
              </a:extLst>
            </p:cNvPr>
            <p:cNvSpPr txBox="1"/>
            <p:nvPr/>
          </p:nvSpPr>
          <p:spPr>
            <a:xfrm>
              <a:off x="1971040" y="5975301"/>
              <a:ext cx="46104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3: Convolutional Neural Network Architecture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8EE7B6-11DD-A2DB-2271-7574B5B18778}"/>
              </a:ext>
            </a:extLst>
          </p:cNvPr>
          <p:cNvGrpSpPr/>
          <p:nvPr/>
        </p:nvGrpSpPr>
        <p:grpSpPr>
          <a:xfrm>
            <a:off x="-3035039" y="2520950"/>
            <a:ext cx="2403859" cy="3816429"/>
            <a:chOff x="8810625" y="2876550"/>
            <a:chExt cx="2427898" cy="38164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83FB76-DC9A-3D7F-2AC0-6EA0CC8E98D7}"/>
                </a:ext>
              </a:extLst>
            </p:cNvPr>
            <p:cNvSpPr txBox="1"/>
            <p:nvPr/>
          </p:nvSpPr>
          <p:spPr>
            <a:xfrm>
              <a:off x="8840177" y="2876550"/>
              <a:ext cx="2398346" cy="381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are Convolutional Neural Networks?</a:t>
              </a:r>
            </a:p>
            <a:p>
              <a:pPr algn="ctr"/>
              <a:endParaRPr lang="en-US" sz="2000" b="1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 CNN is a type of network architecture for deep learning algorithms &amp; is specifically used for image recognition &amp; tasks that involve the processing of pixel data. 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02A758C-4568-F407-74DE-B7DB53D63F70}"/>
                </a:ext>
              </a:extLst>
            </p:cNvPr>
            <p:cNvCxnSpPr>
              <a:cxnSpLocks/>
            </p:cNvCxnSpPr>
            <p:nvPr/>
          </p:nvCxnSpPr>
          <p:spPr>
            <a:xfrm>
              <a:off x="8810625" y="2895600"/>
              <a:ext cx="0" cy="3636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0A7AA1-0876-EFBF-79E6-8856DB8DECAE}"/>
              </a:ext>
            </a:extLst>
          </p:cNvPr>
          <p:cNvGrpSpPr/>
          <p:nvPr/>
        </p:nvGrpSpPr>
        <p:grpSpPr>
          <a:xfrm>
            <a:off x="-5494406" y="2419350"/>
            <a:ext cx="2403859" cy="4031873"/>
            <a:chOff x="8810625" y="2764790"/>
            <a:chExt cx="2427898" cy="403187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1B6CC1-7F13-946A-E5BC-10A0883A6714}"/>
                </a:ext>
              </a:extLst>
            </p:cNvPr>
            <p:cNvSpPr txBox="1"/>
            <p:nvPr/>
          </p:nvSpPr>
          <p:spPr>
            <a:xfrm>
              <a:off x="8840177" y="2764790"/>
              <a:ext cx="2398346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CNN Architecture</a:t>
              </a:r>
            </a:p>
            <a:p>
              <a:pPr algn="ctr"/>
              <a:endParaRPr lang="en-US" sz="2000" b="1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 CNN architecture mainly consists of the following three layers:</a:t>
              </a:r>
            </a:p>
            <a:p>
              <a:pPr algn="ctr"/>
              <a:endParaRPr lang="en-US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Convolutional Layer </a:t>
              </a:r>
              <a:r>
                <a:rPr lang="en-US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as the first layer.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Pooling Layer </a:t>
              </a:r>
              <a:r>
                <a:rPr lang="en-US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as the middle layer.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Fully Connected Layer </a:t>
              </a:r>
              <a:r>
                <a:rPr lang="en-US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as the last layer.</a:t>
              </a:r>
              <a:r>
                <a: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601886-89B8-55C5-3918-AAD99F82609A}"/>
                </a:ext>
              </a:extLst>
            </p:cNvPr>
            <p:cNvCxnSpPr>
              <a:cxnSpLocks/>
            </p:cNvCxnSpPr>
            <p:nvPr/>
          </p:nvCxnSpPr>
          <p:spPr>
            <a:xfrm>
              <a:off x="8810625" y="2895600"/>
              <a:ext cx="0" cy="3636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1437BFE-866B-EA97-2D94-56D1A6D91B39}"/>
              </a:ext>
            </a:extLst>
          </p:cNvPr>
          <p:cNvGrpSpPr/>
          <p:nvPr/>
        </p:nvGrpSpPr>
        <p:grpSpPr>
          <a:xfrm>
            <a:off x="-6579382" y="1707964"/>
            <a:ext cx="6049921" cy="4532871"/>
            <a:chOff x="5597199" y="1707964"/>
            <a:chExt cx="6049921" cy="453287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87EB4A-5E4D-96B6-47D0-D72C2346FBB6}"/>
                </a:ext>
              </a:extLst>
            </p:cNvPr>
            <p:cNvSpPr txBox="1"/>
            <p:nvPr/>
          </p:nvSpPr>
          <p:spPr>
            <a:xfrm>
              <a:off x="9664861" y="2312319"/>
              <a:ext cx="1982259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Convolutional Layer</a:t>
              </a:r>
            </a:p>
            <a:p>
              <a:endParaRPr lang="en-I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process of convolution takes place in this layer to check for the presence of a feature. More of such layers can follow the initial one.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979AD9-AE91-61BD-7954-BF8B8C41CCFB}"/>
                </a:ext>
              </a:extLst>
            </p:cNvPr>
            <p:cNvGrpSpPr/>
            <p:nvPr/>
          </p:nvGrpSpPr>
          <p:grpSpPr>
            <a:xfrm>
              <a:off x="5597199" y="1707964"/>
              <a:ext cx="4105700" cy="4532871"/>
              <a:chOff x="5597199" y="1707964"/>
              <a:chExt cx="4105700" cy="453287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356BA0F-4309-B930-A52B-50DBEC0D443E}"/>
                  </a:ext>
                </a:extLst>
              </p:cNvPr>
              <p:cNvSpPr txBox="1"/>
              <p:nvPr/>
            </p:nvSpPr>
            <p:spPr>
              <a:xfrm>
                <a:off x="7592992" y="1707964"/>
                <a:ext cx="20718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CNN LAYERS</a:t>
                </a:r>
                <a:endParaRPr lang="en-IN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9FCCD67-998C-33DF-DDCA-AEB29B598B52}"/>
                  </a:ext>
                </a:extLst>
              </p:cNvPr>
              <p:cNvCxnSpPr/>
              <p:nvPr/>
            </p:nvCxnSpPr>
            <p:spPr>
              <a:xfrm>
                <a:off x="9683880" y="2429918"/>
                <a:ext cx="0" cy="341632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ADA693-4445-00FA-81D7-3408023F3A8F}"/>
                  </a:ext>
                </a:extLst>
              </p:cNvPr>
              <p:cNvSpPr txBox="1"/>
              <p:nvPr/>
            </p:nvSpPr>
            <p:spPr>
              <a:xfrm>
                <a:off x="7631030" y="2232619"/>
                <a:ext cx="2071869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Pooling Layer</a:t>
                </a:r>
              </a:p>
              <a:p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Works similar to the convolution layer but it mainly focuses on reducing the number of parameters (features) from the input to reduce complexity &amp; increase efficiency of the CNN.</a:t>
                </a: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5DAC340-386A-5F90-B20C-0A2E440B0EBA}"/>
                  </a:ext>
                </a:extLst>
              </p:cNvPr>
              <p:cNvCxnSpPr/>
              <p:nvPr/>
            </p:nvCxnSpPr>
            <p:spPr>
              <a:xfrm>
                <a:off x="7650049" y="2350218"/>
                <a:ext cx="0" cy="341632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ED030A-CBBA-A356-CE16-F87371DC995D}"/>
                  </a:ext>
                </a:extLst>
              </p:cNvPr>
              <p:cNvSpPr txBox="1"/>
              <p:nvPr/>
            </p:nvSpPr>
            <p:spPr>
              <a:xfrm>
                <a:off x="5597199" y="2270517"/>
                <a:ext cx="207186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Fully Connected Layer</a:t>
                </a:r>
              </a:p>
              <a:p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layer, image classification happens based on the features extracted in the previous layers. Here, all the nodes from one layer are connected to every node of the next layer.</a:t>
                </a: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0E8E614-E73F-D072-60ED-2AA768BBE27C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3311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0.0743 L 0.00117 -0.7407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-4076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33333E-6 L 0.99961 0.00162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97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0.98372 0.0037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180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9518 0.00301 L 1.3362 0.00602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44" y="13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8372 0.0037 L 1.54922 0.00648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8" y="13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85185E-6 L 1.0017 0.01134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78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14E891-7CA4-5ABF-A9A7-BDEBC4A5D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0988" y="6492875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6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1560A-67AD-7CCC-14B0-19DC68ACCF7D}"/>
              </a:ext>
            </a:extLst>
          </p:cNvPr>
          <p:cNvSpPr txBox="1"/>
          <p:nvPr/>
        </p:nvSpPr>
        <p:spPr>
          <a:xfrm>
            <a:off x="621947" y="412845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66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E424A9-F5C0-D819-69B0-303E8FA587E3}"/>
              </a:ext>
            </a:extLst>
          </p:cNvPr>
          <p:cNvGrpSpPr/>
          <p:nvPr/>
        </p:nvGrpSpPr>
        <p:grpSpPr>
          <a:xfrm>
            <a:off x="908014" y="1665464"/>
            <a:ext cx="10375973" cy="4734507"/>
            <a:chOff x="621947" y="7086546"/>
            <a:chExt cx="10375973" cy="473450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466D27-A703-2863-F047-7468ED91CDC1}"/>
                </a:ext>
              </a:extLst>
            </p:cNvPr>
            <p:cNvSpPr txBox="1"/>
            <p:nvPr/>
          </p:nvSpPr>
          <p:spPr>
            <a:xfrm>
              <a:off x="4209702" y="7094007"/>
              <a:ext cx="67882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According to WHO,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 of 2022, road accidents cause 1.3 million deaths annually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ECD0CD-49AD-FD5C-A68E-DC50989D0154}"/>
                </a:ext>
              </a:extLst>
            </p:cNvPr>
            <p:cNvSpPr txBox="1"/>
            <p:nvPr/>
          </p:nvSpPr>
          <p:spPr>
            <a:xfrm>
              <a:off x="4209702" y="7785363"/>
              <a:ext cx="6788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According to CTIF, there were 4 million fire incidents in 2020 which result in 20,700 deaths.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C278F8-F289-8539-E399-583A0D28E749}"/>
                </a:ext>
              </a:extLst>
            </p:cNvPr>
            <p:cNvSpPr txBox="1"/>
            <p:nvPr/>
          </p:nvSpPr>
          <p:spPr>
            <a:xfrm>
              <a:off x="4209702" y="8504273"/>
              <a:ext cx="67882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Delayed contact with emergency services worsens situations, endangering lives and causing property damage.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32F2274-62A7-BD37-7166-DE06C4D0D4C6}"/>
                </a:ext>
              </a:extLst>
            </p:cNvPr>
            <p:cNvSpPr txBox="1"/>
            <p:nvPr/>
          </p:nvSpPr>
          <p:spPr>
            <a:xfrm>
              <a:off x="4209702" y="9209406"/>
              <a:ext cx="678821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Increase in urban traffic raises the risk of accidents, especially in high-density areas.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D78F80-C8F8-81F8-29F2-D2AF6800CB61}"/>
                </a:ext>
              </a:extLst>
            </p:cNvPr>
            <p:cNvSpPr txBox="1"/>
            <p:nvPr/>
          </p:nvSpPr>
          <p:spPr>
            <a:xfrm>
              <a:off x="4209702" y="10619671"/>
              <a:ext cx="678821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Critical situations, such as cardiac arrests, are affected by slower access to medical care.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F77B70-7912-471F-B67C-D4FE66658B4B}"/>
                </a:ext>
              </a:extLst>
            </p:cNvPr>
            <p:cNvSpPr txBox="1"/>
            <p:nvPr/>
          </p:nvSpPr>
          <p:spPr>
            <a:xfrm>
              <a:off x="4209702" y="9914539"/>
              <a:ext cx="6788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Emergency services, like ambulances, face delays in reaching destinations due to traffic congestion.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B9AD2E9-29BF-D676-358A-141E281E54C8}"/>
                </a:ext>
              </a:extLst>
            </p:cNvPr>
            <p:cNvGrpSpPr/>
            <p:nvPr/>
          </p:nvGrpSpPr>
          <p:grpSpPr>
            <a:xfrm>
              <a:off x="621947" y="7086546"/>
              <a:ext cx="3587755" cy="4734507"/>
              <a:chOff x="621947" y="1715815"/>
              <a:chExt cx="3587755" cy="4734507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37E87CB5-EC10-3021-262A-5613822F6F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4" t="4353" r="3890" b="5056"/>
              <a:stretch/>
            </p:blipFill>
            <p:spPr>
              <a:xfrm>
                <a:off x="1043491" y="1715815"/>
                <a:ext cx="2910415" cy="4002079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998220-B1C9-08F5-DD05-3B20A0F66FCB}"/>
                  </a:ext>
                </a:extLst>
              </p:cNvPr>
              <p:cNvSpPr txBox="1"/>
              <p:nvPr/>
            </p:nvSpPr>
            <p:spPr>
              <a:xfrm>
                <a:off x="621947" y="5865547"/>
                <a:ext cx="358775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 4: World Accident Statistics released by WHO</a:t>
                </a:r>
                <a:endParaRPr lang="en-IN" sz="16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41DAF26-B270-7853-C800-E40C82C5950E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88893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DA42DC-863D-DE55-4EA9-DF37CEC7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8776" y="6492875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7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91522-732B-2233-FCD2-FAD8C32B49DC}"/>
              </a:ext>
            </a:extLst>
          </p:cNvPr>
          <p:cNvSpPr txBox="1"/>
          <p:nvPr/>
        </p:nvSpPr>
        <p:spPr>
          <a:xfrm>
            <a:off x="544880" y="222094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66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B94E183-DA07-29E0-699B-9E669452805F}"/>
              </a:ext>
            </a:extLst>
          </p:cNvPr>
          <p:cNvGrpSpPr/>
          <p:nvPr/>
        </p:nvGrpSpPr>
        <p:grpSpPr>
          <a:xfrm>
            <a:off x="-11432516" y="1329145"/>
            <a:ext cx="2114344" cy="5081351"/>
            <a:chOff x="572871" y="1257120"/>
            <a:chExt cx="2114344" cy="508135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7FC04D5-B3DA-2AFD-922F-C3FB601A2D9C}"/>
                </a:ext>
              </a:extLst>
            </p:cNvPr>
            <p:cNvGrpSpPr/>
            <p:nvPr/>
          </p:nvGrpSpPr>
          <p:grpSpPr>
            <a:xfrm>
              <a:off x="572871" y="1257120"/>
              <a:ext cx="2114344" cy="5081351"/>
              <a:chOff x="610195" y="1291457"/>
              <a:chExt cx="2668554" cy="5081351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9C74A94-EA8D-AB52-E55C-B11B03E330E3}"/>
                  </a:ext>
                </a:extLst>
              </p:cNvPr>
              <p:cNvSpPr/>
              <p:nvPr/>
            </p:nvSpPr>
            <p:spPr>
              <a:xfrm>
                <a:off x="610195" y="1291457"/>
                <a:ext cx="2668554" cy="4969379"/>
              </a:xfrm>
              <a:prstGeom prst="rect">
                <a:avLst/>
              </a:prstGeom>
            </p:spPr>
            <p:txBody>
              <a:bodyPr/>
              <a:lstStyle/>
              <a:p>
                <a:pPr lvl="0" algn="ctr"/>
                <a:r>
                  <a:rPr lang="en-IN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IN" sz="24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endParaRPr lang="en-IN" sz="10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TITLE: </a:t>
                </a:r>
              </a:p>
              <a:p>
                <a:pPr lvl="0" algn="ctr"/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Fire Detection Method in Smart City Environments Using a Deep-Learning-Bas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 Approach”</a:t>
                </a:r>
              </a:p>
              <a:p>
                <a:pPr lvl="0" algn="ctr">
                  <a:buChar char="•"/>
                </a:pPr>
                <a:endParaRPr lang="en-IN" sz="9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AUTHORS:</a:t>
                </a:r>
              </a:p>
              <a:p>
                <a:pPr lvl="0" algn="ctr"/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Kuldoshbay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Avazov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Mukhriddin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Mukhiddinov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Fazliddin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Makhmudov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Young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Cho</a:t>
                </a:r>
              </a:p>
              <a:p>
                <a:pPr lvl="0" algn="ctr">
                  <a:buChar char="•"/>
                </a:pPr>
                <a:endParaRPr lang="en-IN" sz="9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FINDINGS: 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novel convolutional neural network was developed to detect fire regions using an enhanced You Only Look Once (YOLO) v4network with an accuracy of 96%.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32484BD-E885-0A79-C3FD-64ABDF8519F5}"/>
                  </a:ext>
                </a:extLst>
              </p:cNvPr>
              <p:cNvSpPr/>
              <p:nvPr/>
            </p:nvSpPr>
            <p:spPr>
              <a:xfrm>
                <a:off x="610195" y="1330090"/>
                <a:ext cx="2668554" cy="504271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>
                <a:outerShdw blurRad="889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1ECD1360-0965-D9B1-1A9E-D0144C6464C2}"/>
                </a:ext>
              </a:extLst>
            </p:cNvPr>
            <p:cNvSpPr/>
            <p:nvPr/>
          </p:nvSpPr>
          <p:spPr>
            <a:xfrm>
              <a:off x="572871" y="1828800"/>
              <a:ext cx="2114343" cy="139026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2D1581FA-F089-7A29-EE66-D0ADAFD1D9C0}"/>
                </a:ext>
              </a:extLst>
            </p:cNvPr>
            <p:cNvSpPr/>
            <p:nvPr/>
          </p:nvSpPr>
          <p:spPr>
            <a:xfrm>
              <a:off x="572871" y="3239032"/>
              <a:ext cx="2114343" cy="1165017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5BA68FA4-4B69-7985-6B0C-F944D327A688}"/>
                </a:ext>
              </a:extLst>
            </p:cNvPr>
            <p:cNvSpPr/>
            <p:nvPr/>
          </p:nvSpPr>
          <p:spPr>
            <a:xfrm>
              <a:off x="572871" y="4415999"/>
              <a:ext cx="2114343" cy="192247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8CAA394-2174-0C9A-C89A-3ADF228BB10F}"/>
              </a:ext>
            </a:extLst>
          </p:cNvPr>
          <p:cNvGrpSpPr/>
          <p:nvPr/>
        </p:nvGrpSpPr>
        <p:grpSpPr>
          <a:xfrm>
            <a:off x="-9168604" y="1329145"/>
            <a:ext cx="2114344" cy="5081351"/>
            <a:chOff x="572871" y="1257120"/>
            <a:chExt cx="2114344" cy="5081351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D2A7B3F-1599-E8A4-11A0-8D69ED00E457}"/>
                </a:ext>
              </a:extLst>
            </p:cNvPr>
            <p:cNvGrpSpPr/>
            <p:nvPr/>
          </p:nvGrpSpPr>
          <p:grpSpPr>
            <a:xfrm>
              <a:off x="572871" y="1257120"/>
              <a:ext cx="2114344" cy="5081351"/>
              <a:chOff x="610195" y="1291457"/>
              <a:chExt cx="2668554" cy="5081351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A17B19E-C9C6-F005-A30A-3EB4AB00D7AB}"/>
                  </a:ext>
                </a:extLst>
              </p:cNvPr>
              <p:cNvSpPr/>
              <p:nvPr/>
            </p:nvSpPr>
            <p:spPr>
              <a:xfrm>
                <a:off x="610195" y="1291457"/>
                <a:ext cx="2668554" cy="4969379"/>
              </a:xfrm>
              <a:prstGeom prst="rect">
                <a:avLst/>
              </a:prstGeom>
            </p:spPr>
            <p:txBody>
              <a:bodyPr/>
              <a:lstStyle/>
              <a:p>
                <a:pPr lvl="0" algn="ctr"/>
                <a:r>
                  <a:rPr lang="en-IN" sz="2400" b="1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sz="24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endParaRPr lang="en-IN" sz="10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TITLE: </a:t>
                </a:r>
              </a:p>
              <a:p>
                <a:pPr lvl="0" algn="ctr"/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Automatic Detection of Traffic Accidents from Video Using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Deep Learning Techniques”</a:t>
                </a:r>
              </a:p>
              <a:p>
                <a:pPr lvl="0" algn="ctr">
                  <a:buChar char="•"/>
                </a:pPr>
                <a:endParaRPr lang="en-IN" sz="9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AUTHORS: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Sergio Robles-Serrano, German Sanchez-Torres and John Branch-Bedoya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 algn="ctr"/>
                <a:endParaRPr lang="en-IN" sz="9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FINDINGS: 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automated DL-based method capable of detecting traffic accidents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video was developed that achieved an accuracy of 98% on public traffic accident dataset.</a:t>
                </a:r>
                <a:endParaRPr lang="en-IN" sz="14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32DF0114-CE06-B65D-B4F7-D0B78842E03B}"/>
                  </a:ext>
                </a:extLst>
              </p:cNvPr>
              <p:cNvSpPr/>
              <p:nvPr/>
            </p:nvSpPr>
            <p:spPr>
              <a:xfrm>
                <a:off x="610195" y="1330090"/>
                <a:ext cx="2668554" cy="504271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>
                <a:outerShdw blurRad="889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13F2F4F5-E439-0589-E6F9-D30D5F651F04}"/>
                </a:ext>
              </a:extLst>
            </p:cNvPr>
            <p:cNvSpPr/>
            <p:nvPr/>
          </p:nvSpPr>
          <p:spPr>
            <a:xfrm>
              <a:off x="572871" y="1828800"/>
              <a:ext cx="2114343" cy="139026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BF41549-1D61-6A8E-E32F-DAF4F14CA05D}"/>
                </a:ext>
              </a:extLst>
            </p:cNvPr>
            <p:cNvSpPr/>
            <p:nvPr/>
          </p:nvSpPr>
          <p:spPr>
            <a:xfrm>
              <a:off x="572871" y="3239032"/>
              <a:ext cx="2114343" cy="1165017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06E71E8F-39D9-6B56-BCD5-4C9A8616DD1C}"/>
                </a:ext>
              </a:extLst>
            </p:cNvPr>
            <p:cNvSpPr/>
            <p:nvPr/>
          </p:nvSpPr>
          <p:spPr>
            <a:xfrm>
              <a:off x="572871" y="4415999"/>
              <a:ext cx="2114343" cy="192247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DD1584C-EF6D-05FB-8C52-74A96C27E024}"/>
              </a:ext>
            </a:extLst>
          </p:cNvPr>
          <p:cNvGrpSpPr/>
          <p:nvPr/>
        </p:nvGrpSpPr>
        <p:grpSpPr>
          <a:xfrm>
            <a:off x="-6904692" y="1324479"/>
            <a:ext cx="2114344" cy="5090682"/>
            <a:chOff x="572871" y="1247789"/>
            <a:chExt cx="2114344" cy="509068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9478CC0-1D02-A6D9-F9FB-923ACA47CC53}"/>
                </a:ext>
              </a:extLst>
            </p:cNvPr>
            <p:cNvGrpSpPr/>
            <p:nvPr/>
          </p:nvGrpSpPr>
          <p:grpSpPr>
            <a:xfrm>
              <a:off x="572871" y="1247789"/>
              <a:ext cx="2114344" cy="5090682"/>
              <a:chOff x="610195" y="1282126"/>
              <a:chExt cx="2668554" cy="5090682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D450569-518E-C07F-4069-0EC86BE84E35}"/>
                  </a:ext>
                </a:extLst>
              </p:cNvPr>
              <p:cNvSpPr/>
              <p:nvPr/>
            </p:nvSpPr>
            <p:spPr>
              <a:xfrm>
                <a:off x="610195" y="1282126"/>
                <a:ext cx="2668554" cy="4969379"/>
              </a:xfrm>
              <a:prstGeom prst="rect">
                <a:avLst/>
              </a:prstGeom>
            </p:spPr>
            <p:txBody>
              <a:bodyPr/>
              <a:lstStyle/>
              <a:p>
                <a:pPr lvl="0" algn="ctr"/>
                <a:r>
                  <a:rPr lang="en-IN" sz="2400" b="1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IN" sz="24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endParaRPr lang="en-IN" sz="10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TITLE: </a:t>
                </a:r>
              </a:p>
              <a:p>
                <a:pPr lvl="0" algn="ctr"/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“D</a:t>
                </a:r>
                <a:r>
                  <a:rPr lang="en-US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eep</a:t>
                </a:r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Learning applied to Road Accident Detection with Transfer 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Learning and Synthetic Images”</a:t>
                </a:r>
              </a:p>
              <a:p>
                <a:pPr lvl="0" algn="ctr">
                  <a:buChar char="•"/>
                </a:pPr>
                <a:endParaRPr lang="en-IN" sz="9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AUTHORS:</a:t>
                </a:r>
              </a:p>
              <a:p>
                <a:pPr lvl="0" algn="ctr"/>
                <a:r>
                  <a:rPr lang="pt-BR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Tiago Tamaguskoa</a:t>
                </a:r>
              </a:p>
              <a:p>
                <a:pPr lvl="0" algn="ctr"/>
                <a:r>
                  <a:rPr lang="pt-BR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Matheus Gomes Correiaa</a:t>
                </a:r>
              </a:p>
              <a:p>
                <a:pPr lvl="0" algn="ctr"/>
                <a:r>
                  <a:rPr lang="pt-BR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Minh Anh Huynhb</a:t>
                </a:r>
              </a:p>
              <a:p>
                <a:pPr lvl="0" algn="ctr"/>
                <a:r>
                  <a:rPr lang="pt-BR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Adelino Ferreiraa</a:t>
                </a:r>
              </a:p>
              <a:p>
                <a:pPr lvl="0" algn="ctr"/>
                <a:endParaRPr lang="en-IN" sz="9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FINDINGS: </a:t>
                </a:r>
              </a:p>
              <a:p>
                <a:pPr lvl="0" algn="ctr"/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Synthetic images of accidents were created &amp; EfficientNetB1 &amp; MobileNetV2 were used as base models for transfer learning which achieved an accuracy of 88% &amp; 82% respectively.</a:t>
                </a: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89063B2C-8882-CCF2-0944-45CA3279EFED}"/>
                  </a:ext>
                </a:extLst>
              </p:cNvPr>
              <p:cNvSpPr/>
              <p:nvPr/>
            </p:nvSpPr>
            <p:spPr>
              <a:xfrm>
                <a:off x="610195" y="1330090"/>
                <a:ext cx="2668554" cy="504271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>
                <a:outerShdw blurRad="889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AF1F75AB-76E0-F483-8516-4B0A66F90719}"/>
                </a:ext>
              </a:extLst>
            </p:cNvPr>
            <p:cNvSpPr/>
            <p:nvPr/>
          </p:nvSpPr>
          <p:spPr>
            <a:xfrm>
              <a:off x="572871" y="1828800"/>
              <a:ext cx="2114343" cy="139026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BE5357DD-EF84-9CF3-9230-B57BB34AA581}"/>
                </a:ext>
              </a:extLst>
            </p:cNvPr>
            <p:cNvSpPr/>
            <p:nvPr/>
          </p:nvSpPr>
          <p:spPr>
            <a:xfrm>
              <a:off x="572871" y="3239032"/>
              <a:ext cx="2114343" cy="1165017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C126699C-BE01-4D15-4C3B-1FFC3C765BCD}"/>
                </a:ext>
              </a:extLst>
            </p:cNvPr>
            <p:cNvSpPr/>
            <p:nvPr/>
          </p:nvSpPr>
          <p:spPr>
            <a:xfrm>
              <a:off x="572871" y="4415999"/>
              <a:ext cx="2114343" cy="192247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BEA8902-1D92-83B3-DA98-E36E993F8620}"/>
              </a:ext>
            </a:extLst>
          </p:cNvPr>
          <p:cNvGrpSpPr/>
          <p:nvPr/>
        </p:nvGrpSpPr>
        <p:grpSpPr>
          <a:xfrm>
            <a:off x="-4640780" y="1339054"/>
            <a:ext cx="2114344" cy="5378786"/>
            <a:chOff x="572871" y="1257120"/>
            <a:chExt cx="2114344" cy="5378786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162BE00-2EDB-94AA-A3B5-E4EDD82B9BC1}"/>
                </a:ext>
              </a:extLst>
            </p:cNvPr>
            <p:cNvGrpSpPr/>
            <p:nvPr/>
          </p:nvGrpSpPr>
          <p:grpSpPr>
            <a:xfrm>
              <a:off x="572871" y="1257120"/>
              <a:ext cx="2114344" cy="5378786"/>
              <a:chOff x="610195" y="1291457"/>
              <a:chExt cx="2668554" cy="5378786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0AAFCB3-2128-3CEF-874E-EAADC5AF20A1}"/>
                  </a:ext>
                </a:extLst>
              </p:cNvPr>
              <p:cNvSpPr/>
              <p:nvPr/>
            </p:nvSpPr>
            <p:spPr>
              <a:xfrm>
                <a:off x="610195" y="1291457"/>
                <a:ext cx="2668554" cy="5378786"/>
              </a:xfrm>
              <a:prstGeom prst="rect">
                <a:avLst/>
              </a:prstGeom>
            </p:spPr>
            <p:txBody>
              <a:bodyPr/>
              <a:lstStyle/>
              <a:p>
                <a:pPr lvl="0" algn="ctr"/>
                <a:r>
                  <a:rPr lang="en-IN" sz="2400" b="1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IN" sz="24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endParaRPr lang="en-IN" sz="10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TITLE: </a:t>
                </a:r>
              </a:p>
              <a:p>
                <a:pPr lvl="0" algn="ctr"/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Camera-based Smart Traffic State Detection in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India using Deep Learning Models”</a:t>
                </a:r>
              </a:p>
              <a:p>
                <a:pPr lvl="0" algn="ctr"/>
                <a:endParaRPr lang="en-IN" sz="14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AUTHORS:</a:t>
                </a:r>
              </a:p>
              <a:p>
                <a:pPr lvl="0" algn="ctr"/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Nimish Agarwal, Aman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Jangid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Ashutosh Sharma, Nikhil Kumar, Mudit Kumar, Pankaj Kumar</a:t>
                </a:r>
              </a:p>
              <a:p>
                <a:pPr lvl="0" algn="ctr"/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Pranamesh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Chakraborty</a:t>
                </a:r>
              </a:p>
              <a:p>
                <a:pPr lvl="0" algn="ctr"/>
                <a:endParaRPr lang="en-IN" sz="5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FINDINGS: 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developed models were found to perform decently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Indian traffic conditions with more than 90% accuracy.</a:t>
                </a:r>
                <a:endParaRPr lang="en-IN" sz="14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6F5B9AA4-BC3C-C1F0-4A36-84C26E723AEF}"/>
                  </a:ext>
                </a:extLst>
              </p:cNvPr>
              <p:cNvSpPr/>
              <p:nvPr/>
            </p:nvSpPr>
            <p:spPr>
              <a:xfrm>
                <a:off x="610195" y="1330090"/>
                <a:ext cx="2668554" cy="504271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>
                <a:outerShdw blurRad="889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9157F1D1-8633-0597-0DF7-2CE7AA6314C5}"/>
                </a:ext>
              </a:extLst>
            </p:cNvPr>
            <p:cNvSpPr/>
            <p:nvPr/>
          </p:nvSpPr>
          <p:spPr>
            <a:xfrm>
              <a:off x="572871" y="1828800"/>
              <a:ext cx="2114343" cy="1296955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F6C6647F-E9B3-EAA9-C537-2B5BE615A476}"/>
                </a:ext>
              </a:extLst>
            </p:cNvPr>
            <p:cNvSpPr/>
            <p:nvPr/>
          </p:nvSpPr>
          <p:spPr>
            <a:xfrm>
              <a:off x="572871" y="3107094"/>
              <a:ext cx="2114343" cy="129695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DEBA8C4B-EB34-8853-B5C4-DE2254CA7521}"/>
                </a:ext>
              </a:extLst>
            </p:cNvPr>
            <p:cNvSpPr/>
            <p:nvPr/>
          </p:nvSpPr>
          <p:spPr>
            <a:xfrm>
              <a:off x="572871" y="4415999"/>
              <a:ext cx="2114343" cy="192247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E1C7E4E-7C42-5484-876C-44A95B0A7B1D}"/>
              </a:ext>
            </a:extLst>
          </p:cNvPr>
          <p:cNvGrpSpPr/>
          <p:nvPr/>
        </p:nvGrpSpPr>
        <p:grpSpPr>
          <a:xfrm>
            <a:off x="-2376868" y="1329145"/>
            <a:ext cx="2114344" cy="5081351"/>
            <a:chOff x="572871" y="1257120"/>
            <a:chExt cx="2114344" cy="5081351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7E3A9AD-CC9F-5A93-4906-EDBE33CD85FA}"/>
                </a:ext>
              </a:extLst>
            </p:cNvPr>
            <p:cNvGrpSpPr/>
            <p:nvPr/>
          </p:nvGrpSpPr>
          <p:grpSpPr>
            <a:xfrm>
              <a:off x="572871" y="1257120"/>
              <a:ext cx="2114344" cy="5081351"/>
              <a:chOff x="610195" y="1291457"/>
              <a:chExt cx="2668554" cy="5081351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A512BEF-3EA2-FA41-EB00-981E267C1353}"/>
                  </a:ext>
                </a:extLst>
              </p:cNvPr>
              <p:cNvSpPr/>
              <p:nvPr/>
            </p:nvSpPr>
            <p:spPr>
              <a:xfrm>
                <a:off x="610195" y="1291457"/>
                <a:ext cx="2668554" cy="4969379"/>
              </a:xfrm>
              <a:prstGeom prst="rect">
                <a:avLst/>
              </a:prstGeom>
            </p:spPr>
            <p:txBody>
              <a:bodyPr/>
              <a:lstStyle/>
              <a:p>
                <a:pPr lvl="0" algn="ctr"/>
                <a:r>
                  <a:rPr lang="en-IN" sz="2400" b="1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en-IN" sz="24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endParaRPr lang="en-IN" sz="1000" b="1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TITLE: </a:t>
                </a:r>
              </a:p>
              <a:p>
                <a:pPr lvl="0" algn="ctr"/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Automated Precise Authentication of Vehicles for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Enhancing the Visual Security Protocols”</a:t>
                </a:r>
              </a:p>
              <a:p>
                <a:pPr lvl="0" algn="ctr">
                  <a:buChar char="•"/>
                </a:pPr>
                <a:endParaRPr lang="en-IN" sz="9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AUTHORS:</a:t>
                </a:r>
              </a:p>
              <a:p>
                <a:pPr lvl="0" algn="ctr"/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Kumarmangal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Roy, Muneer Ahmad,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Norjihan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Abdul Ghani, Jia Uddin and </a:t>
                </a:r>
                <a:r>
                  <a:rPr lang="en-IN" sz="1400" dirty="0" err="1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Jungpil</a:t>
                </a:r>
                <a:r>
                  <a:rPr lang="en-IN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Shin </a:t>
                </a:r>
              </a:p>
              <a:p>
                <a:pPr lvl="0" algn="ctr">
                  <a:buChar char="•"/>
                </a:pPr>
                <a:endParaRPr lang="en-IN" sz="9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ctr">
                  <a:buChar char="•"/>
                </a:pPr>
                <a:r>
                  <a:rPr lang="en-IN" sz="1400" b="1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FINDINGS: </a:t>
                </a:r>
              </a:p>
              <a:p>
                <a:pPr lvl="0" algn="ctr"/>
                <a:r>
                  <a:rPr lang="en-US" sz="1400" dirty="0">
                    <a:effectLst>
                      <a:outerShdw blurRad="88900" dist="38100" dir="2700000" algn="tl">
                        <a:srgbClr val="000000">
                          <a:alpha val="25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performance assessment of the proposed solution yields a precision of 98% on real-time data for Malaysian number plates.</a:t>
                </a:r>
                <a:endParaRPr lang="en-IN" sz="1400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6D0EABAC-BCED-597C-884B-AA0557A4B2BE}"/>
                  </a:ext>
                </a:extLst>
              </p:cNvPr>
              <p:cNvSpPr/>
              <p:nvPr/>
            </p:nvSpPr>
            <p:spPr>
              <a:xfrm>
                <a:off x="610195" y="1330090"/>
                <a:ext cx="2668554" cy="504271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>
                <a:outerShdw blurRad="889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BFF5460B-EEE8-BE38-C25A-8EEC1CF9694E}"/>
                </a:ext>
              </a:extLst>
            </p:cNvPr>
            <p:cNvSpPr/>
            <p:nvPr/>
          </p:nvSpPr>
          <p:spPr>
            <a:xfrm>
              <a:off x="572871" y="1828800"/>
              <a:ext cx="2114343" cy="139026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88603959-5408-1167-951E-AC03FCD36359}"/>
                </a:ext>
              </a:extLst>
            </p:cNvPr>
            <p:cNvSpPr/>
            <p:nvPr/>
          </p:nvSpPr>
          <p:spPr>
            <a:xfrm>
              <a:off x="572871" y="3239032"/>
              <a:ext cx="2114343" cy="1165017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14465EC2-10FB-2D63-CEB5-E0A0819B219B}"/>
                </a:ext>
              </a:extLst>
            </p:cNvPr>
            <p:cNvSpPr/>
            <p:nvPr/>
          </p:nvSpPr>
          <p:spPr>
            <a:xfrm>
              <a:off x="572871" y="4415999"/>
              <a:ext cx="2114343" cy="192247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ED8869F-E9D6-3715-B6C4-EB86F5773A5B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507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7 L 0.97695 -0.006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54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7037E-7 L 0.97786 0.00463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93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0.97709 0.00394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54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48148E-6 L 0.98021 0.0037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10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7 L 0.97721 0.00741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54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5B4477-6A68-60A9-9254-AAC2C0B5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4499" y="6430997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8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086FDF-0CCE-4D27-F4FA-D5B9F0CFB9D4}"/>
              </a:ext>
            </a:extLst>
          </p:cNvPr>
          <p:cNvSpPr txBox="1"/>
          <p:nvPr/>
        </p:nvSpPr>
        <p:spPr>
          <a:xfrm>
            <a:off x="544880" y="222094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  <a:endParaRPr lang="en-IN" sz="66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6FF572-5FD8-3967-B878-F8EFD0244740}"/>
              </a:ext>
            </a:extLst>
          </p:cNvPr>
          <p:cNvGrpSpPr/>
          <p:nvPr/>
        </p:nvGrpSpPr>
        <p:grpSpPr>
          <a:xfrm>
            <a:off x="2956250" y="7154259"/>
            <a:ext cx="6197276" cy="3492330"/>
            <a:chOff x="2956250" y="7154259"/>
            <a:chExt cx="6197276" cy="349233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3F60443-7156-C153-50AF-B0E92247F29A}"/>
                </a:ext>
              </a:extLst>
            </p:cNvPr>
            <p:cNvSpPr txBox="1"/>
            <p:nvPr/>
          </p:nvSpPr>
          <p:spPr>
            <a:xfrm>
              <a:off x="5529178" y="7154259"/>
              <a:ext cx="18241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b="1" u="sng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AIM</a:t>
              </a:r>
              <a:endParaRPr lang="en-IN" b="1" u="sng" dirty="0">
                <a:effectLst>
                  <a:outerShdw blurRad="88900" dist="38100" dir="2700000" algn="tl">
                    <a:srgbClr val="000000">
                      <a:alpha val="25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CC549E8-7250-5612-F1A5-B70890204074}"/>
                </a:ext>
              </a:extLst>
            </p:cNvPr>
            <p:cNvGrpSpPr/>
            <p:nvPr/>
          </p:nvGrpSpPr>
          <p:grpSpPr>
            <a:xfrm>
              <a:off x="2956250" y="8222335"/>
              <a:ext cx="6197276" cy="1001254"/>
              <a:chOff x="3191069" y="2615090"/>
              <a:chExt cx="6131902" cy="92828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C6F7AE-48AF-85BF-7C5D-84AE148CFCAB}"/>
                  </a:ext>
                </a:extLst>
              </p:cNvPr>
              <p:cNvSpPr txBox="1"/>
              <p:nvPr/>
            </p:nvSpPr>
            <p:spPr>
              <a:xfrm>
                <a:off x="3211421" y="2835484"/>
                <a:ext cx="61115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Multiclass Classification of Roadside Surveillance data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1B63806-8BD1-ACE0-B585-7F7222B6588B}"/>
                  </a:ext>
                </a:extLst>
              </p:cNvPr>
              <p:cNvSpPr/>
              <p:nvPr/>
            </p:nvSpPr>
            <p:spPr>
              <a:xfrm>
                <a:off x="3191069" y="2615090"/>
                <a:ext cx="6111551" cy="866725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00FEC5E-3EB3-775D-4135-6EB3EDA95E1B}"/>
                </a:ext>
              </a:extLst>
            </p:cNvPr>
            <p:cNvGrpSpPr/>
            <p:nvPr/>
          </p:nvGrpSpPr>
          <p:grpSpPr>
            <a:xfrm>
              <a:off x="2956250" y="9645335"/>
              <a:ext cx="6197276" cy="1001254"/>
              <a:chOff x="3191069" y="2615090"/>
              <a:chExt cx="6150563" cy="86672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64516F-A375-A6CD-AACC-A19400E57FB5}"/>
                  </a:ext>
                </a:extLst>
              </p:cNvPr>
              <p:cNvSpPr txBox="1"/>
              <p:nvPr/>
            </p:nvSpPr>
            <p:spPr>
              <a:xfrm>
                <a:off x="3230082" y="2866329"/>
                <a:ext cx="6111550" cy="612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Automatic Number Plate Recognition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493FCCB-2B0D-8964-9844-D2CCC61E9972}"/>
                  </a:ext>
                </a:extLst>
              </p:cNvPr>
              <p:cNvSpPr/>
              <p:nvPr/>
            </p:nvSpPr>
            <p:spPr>
              <a:xfrm>
                <a:off x="3191069" y="2615090"/>
                <a:ext cx="6111551" cy="866725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50A3595-92C0-4F42-D323-710031D15ACB}"/>
              </a:ext>
            </a:extLst>
          </p:cNvPr>
          <p:cNvGrpSpPr/>
          <p:nvPr/>
        </p:nvGrpSpPr>
        <p:grpSpPr>
          <a:xfrm>
            <a:off x="-6433994" y="2016727"/>
            <a:ext cx="6276564" cy="4290452"/>
            <a:chOff x="-6433994" y="2016727"/>
            <a:chExt cx="6276564" cy="429045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CA6406D-36AB-9084-711A-34A000EF955D}"/>
                </a:ext>
              </a:extLst>
            </p:cNvPr>
            <p:cNvSpPr txBox="1"/>
            <p:nvPr/>
          </p:nvSpPr>
          <p:spPr>
            <a:xfrm>
              <a:off x="-4849983" y="2016727"/>
              <a:ext cx="31085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600" b="1" u="sng" dirty="0">
                  <a:effectLst>
                    <a:outerShdw blurRad="88900" dist="38100" dir="2700000" algn="tl">
                      <a:srgbClr val="000000">
                        <a:alpha val="25000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OBJECTIVES</a:t>
              </a:r>
              <a:endParaRPr lang="en-IN" b="1" u="sng" dirty="0">
                <a:effectLst>
                  <a:outerShdw blurRad="88900" dist="38100" dir="2700000" algn="tl">
                    <a:srgbClr val="000000">
                      <a:alpha val="25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C942458-792B-0BA2-03B7-FA380EF15AE2}"/>
                </a:ext>
              </a:extLst>
            </p:cNvPr>
            <p:cNvGrpSpPr/>
            <p:nvPr/>
          </p:nvGrpSpPr>
          <p:grpSpPr>
            <a:xfrm>
              <a:off x="-6426132" y="3049542"/>
              <a:ext cx="6260841" cy="516813"/>
              <a:chOff x="3716522" y="3116632"/>
              <a:chExt cx="6260841" cy="516813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45DD05-70A4-3B4A-6497-4D603E266D44}"/>
                  </a:ext>
                </a:extLst>
              </p:cNvPr>
              <p:cNvSpPr txBox="1"/>
              <p:nvPr/>
            </p:nvSpPr>
            <p:spPr>
              <a:xfrm>
                <a:off x="3816220" y="3151198"/>
                <a:ext cx="6103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Development of multiple CNN based Transfer Learning Models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7F3AE92-3298-39CE-7E73-696136AD3DE6}"/>
                  </a:ext>
                </a:extLst>
              </p:cNvPr>
              <p:cNvSpPr/>
              <p:nvPr/>
            </p:nvSpPr>
            <p:spPr>
              <a:xfrm>
                <a:off x="3716522" y="3116632"/>
                <a:ext cx="6260841" cy="516813"/>
              </a:xfrm>
              <a:prstGeom prst="round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B68F9F5-6A19-DD65-BAE2-735D2E98A734}"/>
                </a:ext>
              </a:extLst>
            </p:cNvPr>
            <p:cNvGrpSpPr/>
            <p:nvPr/>
          </p:nvGrpSpPr>
          <p:grpSpPr>
            <a:xfrm>
              <a:off x="-6426132" y="3952839"/>
              <a:ext cx="6260841" cy="1009959"/>
              <a:chOff x="3716522" y="3116632"/>
              <a:chExt cx="6260841" cy="1009959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FAFCC27-CB23-E929-B875-7F9F73332413}"/>
                  </a:ext>
                </a:extLst>
              </p:cNvPr>
              <p:cNvSpPr txBox="1"/>
              <p:nvPr/>
            </p:nvSpPr>
            <p:spPr>
              <a:xfrm>
                <a:off x="3816220" y="3151198"/>
                <a:ext cx="610346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Ensemble Learning to boost the performance of the overall proposed Model so as to achieve better output as compared to previous works</a:t>
                </a: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9F710B2-BF45-31CB-F7EA-1FD561DF1D75}"/>
                  </a:ext>
                </a:extLst>
              </p:cNvPr>
              <p:cNvSpPr/>
              <p:nvPr/>
            </p:nvSpPr>
            <p:spPr>
              <a:xfrm>
                <a:off x="3716522" y="3116632"/>
                <a:ext cx="6260841" cy="1009959"/>
              </a:xfrm>
              <a:prstGeom prst="round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FAF8F80-2254-66CE-D342-03A8EC7265CB}"/>
                </a:ext>
              </a:extLst>
            </p:cNvPr>
            <p:cNvGrpSpPr/>
            <p:nvPr/>
          </p:nvGrpSpPr>
          <p:grpSpPr>
            <a:xfrm>
              <a:off x="-6433994" y="5349283"/>
              <a:ext cx="6276564" cy="957896"/>
              <a:chOff x="3700799" y="3116632"/>
              <a:chExt cx="6276564" cy="957896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3AAA3B-F9DA-1D35-C1D0-F525D6DC85D8}"/>
                  </a:ext>
                </a:extLst>
              </p:cNvPr>
              <p:cNvSpPr txBox="1"/>
              <p:nvPr/>
            </p:nvSpPr>
            <p:spPr>
              <a:xfrm>
                <a:off x="3700799" y="3151198"/>
                <a:ext cx="627656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Development of a Separate ANPR model so as to aim for a Crash Triggered ANPR System by combining the ANPR model with the proposed Multiclass Classification Model</a:t>
                </a: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D3551207-5635-1495-ADCF-A70B569D7E19}"/>
                  </a:ext>
                </a:extLst>
              </p:cNvPr>
              <p:cNvSpPr/>
              <p:nvPr/>
            </p:nvSpPr>
            <p:spPr>
              <a:xfrm>
                <a:off x="3716522" y="3116632"/>
                <a:ext cx="6260841" cy="929314"/>
              </a:xfrm>
              <a:prstGeom prst="round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AF7C6AB-3375-2423-D7E9-82A1FC38DEDC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7223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33333E-6 L 0.00339 -0.7777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" y="-3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39 -0.77778 L -4.58333E-6 0.2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" y="5138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96296E-6 L 0.77031 0.0007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1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2A60AC-F5CA-2CD8-F9EE-18FFCD1C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4497" y="6430998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9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12023-D7EE-3F2D-7FE7-B30DF2BFA67E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B0B8A-1903-060E-122F-EF229231CB01}"/>
              </a:ext>
            </a:extLst>
          </p:cNvPr>
          <p:cNvSpPr txBox="1"/>
          <p:nvPr/>
        </p:nvSpPr>
        <p:spPr>
          <a:xfrm>
            <a:off x="544880" y="2367171"/>
            <a:ext cx="1110224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MATERIALS &amp; METHODOLOGY</a:t>
            </a:r>
            <a:endParaRPr lang="en-IN" sz="66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62352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0F2D12-0ED1-C95F-6862-20954BE7E77D}"/>
              </a:ext>
            </a:extLst>
          </p:cNvPr>
          <p:cNvSpPr txBox="1"/>
          <p:nvPr/>
        </p:nvSpPr>
        <p:spPr>
          <a:xfrm>
            <a:off x="544880" y="352425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endParaRPr lang="en-IN" sz="66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0F235-EF3D-DDC2-82DB-24121C0706FB}"/>
              </a:ext>
            </a:extLst>
          </p:cNvPr>
          <p:cNvSpPr txBox="1"/>
          <p:nvPr/>
        </p:nvSpPr>
        <p:spPr>
          <a:xfrm>
            <a:off x="-9357992" y="1648313"/>
            <a:ext cx="8937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Multiclass Classification of Roadside Surveillance Data Model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990E71-D946-E176-A379-6FAF2613EE13}"/>
              </a:ext>
            </a:extLst>
          </p:cNvPr>
          <p:cNvGrpSpPr/>
          <p:nvPr/>
        </p:nvGrpSpPr>
        <p:grpSpPr>
          <a:xfrm>
            <a:off x="-8158735" y="2297870"/>
            <a:ext cx="7992621" cy="1453091"/>
            <a:chOff x="1819469" y="2251162"/>
            <a:chExt cx="8023121" cy="1807653"/>
          </a:xfrm>
        </p:grpSpPr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EC4ACF08-F8A7-8BCF-4D4F-17860A805D0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87009647"/>
                </p:ext>
              </p:extLst>
            </p:nvPr>
          </p:nvGraphicFramePr>
          <p:xfrm>
            <a:off x="1819469" y="2251162"/>
            <a:ext cx="8023121" cy="180765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820E474-DB0E-1482-A0AA-F28B05C63A8F}"/>
                </a:ext>
              </a:extLst>
            </p:cNvPr>
            <p:cNvCxnSpPr/>
            <p:nvPr/>
          </p:nvCxnSpPr>
          <p:spPr>
            <a:xfrm>
              <a:off x="3377682" y="2277912"/>
              <a:ext cx="0" cy="16969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F3F3D6F-4690-D87E-E8E4-945659A6AC26}"/>
                </a:ext>
              </a:extLst>
            </p:cNvPr>
            <p:cNvCxnSpPr/>
            <p:nvPr/>
          </p:nvCxnSpPr>
          <p:spPr>
            <a:xfrm>
              <a:off x="5747658" y="2277912"/>
              <a:ext cx="0" cy="16969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2D82974-1D29-E9D2-ABCA-1CBDCE2E4115}"/>
                </a:ext>
              </a:extLst>
            </p:cNvPr>
            <p:cNvCxnSpPr/>
            <p:nvPr/>
          </p:nvCxnSpPr>
          <p:spPr>
            <a:xfrm>
              <a:off x="8005666" y="2277912"/>
              <a:ext cx="0" cy="16969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9DCE119-5D7E-D32D-5878-F851CD4A5936}"/>
              </a:ext>
            </a:extLst>
          </p:cNvPr>
          <p:cNvSpPr txBox="1"/>
          <p:nvPr/>
        </p:nvSpPr>
        <p:spPr>
          <a:xfrm>
            <a:off x="-8158735" y="1639276"/>
            <a:ext cx="6573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Automatic Number Plate Recognition Model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084D0C-7E44-1E29-1BB1-9C788E242047}"/>
              </a:ext>
            </a:extLst>
          </p:cNvPr>
          <p:cNvGrpSpPr/>
          <p:nvPr/>
        </p:nvGrpSpPr>
        <p:grpSpPr>
          <a:xfrm>
            <a:off x="-8163632" y="2285302"/>
            <a:ext cx="7992622" cy="1479991"/>
            <a:chOff x="1819469" y="2217698"/>
            <a:chExt cx="8023121" cy="1841117"/>
          </a:xfrm>
        </p:grpSpPr>
        <p:graphicFrame>
          <p:nvGraphicFramePr>
            <p:cNvPr id="33" name="Diagram 32">
              <a:extLst>
                <a:ext uri="{FF2B5EF4-FFF2-40B4-BE49-F238E27FC236}">
                  <a16:creationId xmlns:a16="http://schemas.microsoft.com/office/drawing/2014/main" id="{F07641C0-B3F6-02D8-B5D7-22BF3AC6B38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8975696"/>
                </p:ext>
              </p:extLst>
            </p:nvPr>
          </p:nvGraphicFramePr>
          <p:xfrm>
            <a:off x="1819469" y="2251162"/>
            <a:ext cx="8023121" cy="180765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DD6A3A3-C1CA-4BF6-78F6-3C063640F431}"/>
                </a:ext>
              </a:extLst>
            </p:cNvPr>
            <p:cNvCxnSpPr/>
            <p:nvPr/>
          </p:nvCxnSpPr>
          <p:spPr>
            <a:xfrm>
              <a:off x="4628980" y="2235428"/>
              <a:ext cx="0" cy="16969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EF2BA5B-CF4F-8483-9DF9-D68DEB715901}"/>
                </a:ext>
              </a:extLst>
            </p:cNvPr>
            <p:cNvCxnSpPr/>
            <p:nvPr/>
          </p:nvCxnSpPr>
          <p:spPr>
            <a:xfrm>
              <a:off x="7059093" y="2217698"/>
              <a:ext cx="0" cy="16969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593509E-190A-D440-FB01-5E0474D412FD}"/>
              </a:ext>
            </a:extLst>
          </p:cNvPr>
          <p:cNvGrpSpPr/>
          <p:nvPr/>
        </p:nvGrpSpPr>
        <p:grpSpPr>
          <a:xfrm>
            <a:off x="1772867" y="7800155"/>
            <a:ext cx="8594617" cy="2286284"/>
            <a:chOff x="1772867" y="3837755"/>
            <a:chExt cx="8594617" cy="228628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CB47C0D-2B26-FA01-CC76-051F9033DA5E}"/>
                </a:ext>
              </a:extLst>
            </p:cNvPr>
            <p:cNvSpPr txBox="1"/>
            <p:nvPr/>
          </p:nvSpPr>
          <p:spPr>
            <a:xfrm>
              <a:off x="3235281" y="5785485"/>
              <a:ext cx="57214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6: Sample Images from Car License Plate Detection Dataset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B7B4783-C19D-F5D4-855E-99AC6FFB5743}"/>
                </a:ext>
              </a:extLst>
            </p:cNvPr>
            <p:cNvGrpSpPr/>
            <p:nvPr/>
          </p:nvGrpSpPr>
          <p:grpSpPr>
            <a:xfrm>
              <a:off x="1772867" y="3837755"/>
              <a:ext cx="8594617" cy="1855370"/>
              <a:chOff x="1772867" y="3837755"/>
              <a:chExt cx="8594617" cy="1855370"/>
            </a:xfrm>
          </p:grpSpPr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EE433345-6C90-CDBE-404E-47954A84E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72867" y="3859137"/>
                <a:ext cx="2949067" cy="1828422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60C74124-57F8-85A9-C89D-1F93646CF3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78305" y="3837755"/>
                <a:ext cx="2466405" cy="1849804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097BB5EB-FD7E-BE40-4D64-CCEC07B1D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1080" y="3843321"/>
                <a:ext cx="2466404" cy="1849804"/>
              </a:xfrm>
              <a:prstGeom prst="rect">
                <a:avLst/>
              </a:prstGeom>
            </p:spPr>
          </p:pic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DC32C44-3961-CE03-9E00-FFE6EFC58F60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A307AE-8AA6-1E0A-020D-6622DABC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840" y="6486978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10</a:t>
            </a:fld>
            <a:endParaRPr lang="en-IN" b="1" dirty="0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F07F3B-C59D-3861-1465-77E1861AC299}"/>
              </a:ext>
            </a:extLst>
          </p:cNvPr>
          <p:cNvGrpSpPr/>
          <p:nvPr/>
        </p:nvGrpSpPr>
        <p:grpSpPr>
          <a:xfrm>
            <a:off x="544880" y="7139252"/>
            <a:ext cx="11102241" cy="2462576"/>
            <a:chOff x="490024" y="3938852"/>
            <a:chExt cx="11102241" cy="246257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2D0BC8B-5C59-0D65-11A2-6021ACFF5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0229" y="3938852"/>
              <a:ext cx="2348081" cy="16383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98C431-B87C-B3DD-5315-BF705DCAD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3923" y="3938852"/>
              <a:ext cx="2187215" cy="16383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CF163BD-BE1F-716B-6725-E4F22807A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6751" y="3938852"/>
              <a:ext cx="2352675" cy="16383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74C93F6-C736-D5E6-D012-0FF20412A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5038" y="3938852"/>
              <a:ext cx="1939820" cy="1638300"/>
            </a:xfrm>
            <a:prstGeom prst="rect">
              <a:avLst/>
            </a:prstGeom>
          </p:spPr>
        </p:pic>
        <p:graphicFrame>
          <p:nvGraphicFramePr>
            <p:cNvPr id="22" name="Diagram 21">
              <a:extLst>
                <a:ext uri="{FF2B5EF4-FFF2-40B4-BE49-F238E27FC236}">
                  <a16:creationId xmlns:a16="http://schemas.microsoft.com/office/drawing/2014/main" id="{C7271B1D-6BF1-972F-1E9F-E7800379BF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59149675"/>
                </p:ext>
              </p:extLst>
            </p:nvPr>
          </p:nvGraphicFramePr>
          <p:xfrm>
            <a:off x="490024" y="5609285"/>
            <a:ext cx="11102241" cy="55983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9" r:lo="rId20" r:qs="rId21" r:cs="rId22"/>
            </a:graphicData>
          </a:graphic>
        </p:graphicFrame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5688D4-1F1A-6461-BB41-0F44BBAA7902}"/>
                </a:ext>
              </a:extLst>
            </p:cNvPr>
            <p:cNvSpPr txBox="1"/>
            <p:nvPr/>
          </p:nvSpPr>
          <p:spPr>
            <a:xfrm>
              <a:off x="3904309" y="6062874"/>
              <a:ext cx="427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5: Sample Images from </a:t>
              </a:r>
              <a:r>
                <a:rPr lang="en-US" sz="16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TrafficNet</a:t>
              </a:r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Dataset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1400886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59259E-6 L 0.89427 0.0053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14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22222E-6 L 0.85534 -0.01528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60" y="-76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-0.46481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9505 0.00533 L 1.79713 0.0053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04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5534 -0.01528 L 1.6961 -0.0215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031" y="-32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46481 L 0 0.25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32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81481E-6 L 0.89427 0.00532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14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6 L 0.85534 -0.01527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60" y="-76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3.33333E-6 -0.584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FB0563-A2BC-33C6-772A-0A885172F51D}"/>
              </a:ext>
            </a:extLst>
          </p:cNvPr>
          <p:cNvSpPr/>
          <p:nvPr/>
        </p:nvSpPr>
        <p:spPr>
          <a:xfrm>
            <a:off x="-13529779" y="2309515"/>
            <a:ext cx="10605604" cy="90041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A71242-A1AE-C8E5-F8A2-E1C395040141}"/>
              </a:ext>
            </a:extLst>
          </p:cNvPr>
          <p:cNvSpPr/>
          <p:nvPr/>
        </p:nvSpPr>
        <p:spPr>
          <a:xfrm>
            <a:off x="-2343150" y="2309515"/>
            <a:ext cx="2209800" cy="90041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ED040B-DD7F-2DB3-FAE3-8B3024667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836" y="6449660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11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10343-0DC7-E9C8-04C9-098A5C727828}"/>
              </a:ext>
            </a:extLst>
          </p:cNvPr>
          <p:cNvSpPr txBox="1"/>
          <p:nvPr/>
        </p:nvSpPr>
        <p:spPr>
          <a:xfrm>
            <a:off x="544880" y="352425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66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845F6-3639-FF6C-C046-4A8808548B33}"/>
              </a:ext>
            </a:extLst>
          </p:cNvPr>
          <p:cNvSpPr txBox="1"/>
          <p:nvPr/>
        </p:nvSpPr>
        <p:spPr>
          <a:xfrm>
            <a:off x="-9357992" y="1648313"/>
            <a:ext cx="8937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Multiclass Classification of Roadside Surveillance Data Model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2D7BC833-FB5E-BDB3-CEBD-EE49165CD5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0048593"/>
              </p:ext>
            </p:extLst>
          </p:nvPr>
        </p:nvGraphicFramePr>
        <p:xfrm>
          <a:off x="544878" y="997839"/>
          <a:ext cx="11102241" cy="3523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FEBABB32-E397-2187-2339-2E8276620A27}"/>
              </a:ext>
            </a:extLst>
          </p:cNvPr>
          <p:cNvGrpSpPr/>
          <p:nvPr/>
        </p:nvGrpSpPr>
        <p:grpSpPr>
          <a:xfrm>
            <a:off x="3560498" y="6934447"/>
            <a:ext cx="5071005" cy="2846416"/>
            <a:chOff x="3560498" y="3524497"/>
            <a:chExt cx="5071005" cy="284641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4F8C167-6025-B6D7-9D5A-D269AB45D9E3}"/>
                </a:ext>
              </a:extLst>
            </p:cNvPr>
            <p:cNvPicPr/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531"/>
            <a:stretch/>
          </p:blipFill>
          <p:spPr bwMode="auto">
            <a:xfrm>
              <a:off x="3616640" y="3524497"/>
              <a:ext cx="4958715" cy="247777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3B488E-7C5A-ACBD-4447-D538A4F53AB5}"/>
                </a:ext>
              </a:extLst>
            </p:cNvPr>
            <p:cNvSpPr txBox="1"/>
            <p:nvPr/>
          </p:nvSpPr>
          <p:spPr>
            <a:xfrm>
              <a:off x="3560498" y="6032359"/>
              <a:ext cx="50710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11:- Final Proposed Multiclass Classification Model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771A8D-DD93-9102-26F5-45258601D4C3}"/>
              </a:ext>
            </a:extLst>
          </p:cNvPr>
          <p:cNvGrpSpPr/>
          <p:nvPr/>
        </p:nvGrpSpPr>
        <p:grpSpPr>
          <a:xfrm>
            <a:off x="-7896225" y="4075149"/>
            <a:ext cx="7032305" cy="1563651"/>
            <a:chOff x="1543050" y="3913224"/>
            <a:chExt cx="7032305" cy="1563651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9DD84D41-03A4-C6F3-7068-9A5180AC8F5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91276909"/>
                </p:ext>
              </p:extLst>
            </p:nvPr>
          </p:nvGraphicFramePr>
          <p:xfrm>
            <a:off x="1543050" y="3913224"/>
            <a:ext cx="7032305" cy="153507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44FFAFC-7B3E-BB69-D9FE-22F7F423CF54}"/>
                </a:ext>
              </a:extLst>
            </p:cNvPr>
            <p:cNvCxnSpPr/>
            <p:nvPr/>
          </p:nvCxnSpPr>
          <p:spPr>
            <a:xfrm>
              <a:off x="5067300" y="3927645"/>
              <a:ext cx="0" cy="154923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A46A7F9-A9BD-EAF1-2F3E-DA0F3ED980D3}"/>
              </a:ext>
            </a:extLst>
          </p:cNvPr>
          <p:cNvGrpSpPr/>
          <p:nvPr/>
        </p:nvGrpSpPr>
        <p:grpSpPr>
          <a:xfrm>
            <a:off x="-11934310" y="4112651"/>
            <a:ext cx="6000750" cy="1620485"/>
            <a:chOff x="3076575" y="4829175"/>
            <a:chExt cx="6000750" cy="1620485"/>
          </a:xfrm>
        </p:grpSpPr>
        <p:graphicFrame>
          <p:nvGraphicFramePr>
            <p:cNvPr id="16" name="Diagram 15">
              <a:extLst>
                <a:ext uri="{FF2B5EF4-FFF2-40B4-BE49-F238E27FC236}">
                  <a16:creationId xmlns:a16="http://schemas.microsoft.com/office/drawing/2014/main" id="{C33D00D8-9517-4225-5D54-CFD4F13ED90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47646197"/>
                </p:ext>
              </p:extLst>
            </p:nvPr>
          </p:nvGraphicFramePr>
          <p:xfrm>
            <a:off x="3076575" y="4842687"/>
            <a:ext cx="6000750" cy="160697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" r:lo="rId14" r:qs="rId15" r:cs="rId16"/>
            </a:graphicData>
          </a:graphic>
        </p:graphicFrame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8C0A4CB-AA82-02D1-CCAD-4B67999DDEE7}"/>
                </a:ext>
              </a:extLst>
            </p:cNvPr>
            <p:cNvCxnSpPr>
              <a:cxnSpLocks/>
            </p:cNvCxnSpPr>
            <p:nvPr/>
          </p:nvCxnSpPr>
          <p:spPr>
            <a:xfrm>
              <a:off x="4533900" y="4829175"/>
              <a:ext cx="0" cy="14382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ECD0936-F07C-99BE-F094-B638CA80DD12}"/>
                </a:ext>
              </a:extLst>
            </p:cNvPr>
            <p:cNvCxnSpPr>
              <a:cxnSpLocks/>
            </p:cNvCxnSpPr>
            <p:nvPr/>
          </p:nvCxnSpPr>
          <p:spPr>
            <a:xfrm>
              <a:off x="6086475" y="4829175"/>
              <a:ext cx="0" cy="14382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6F52222-CCAB-1F28-2C86-1FA94F256A0A}"/>
                </a:ext>
              </a:extLst>
            </p:cNvPr>
            <p:cNvCxnSpPr>
              <a:cxnSpLocks/>
            </p:cNvCxnSpPr>
            <p:nvPr/>
          </p:nvCxnSpPr>
          <p:spPr>
            <a:xfrm>
              <a:off x="7715250" y="4829175"/>
              <a:ext cx="0" cy="14382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8F356C-04E5-C72A-BD19-43B875C0DC55}"/>
              </a:ext>
            </a:extLst>
          </p:cNvPr>
          <p:cNvGrpSpPr/>
          <p:nvPr/>
        </p:nvGrpSpPr>
        <p:grpSpPr>
          <a:xfrm>
            <a:off x="-7845747" y="4075149"/>
            <a:ext cx="7032305" cy="1563651"/>
            <a:chOff x="1543050" y="3913224"/>
            <a:chExt cx="7032305" cy="1563651"/>
          </a:xfrm>
        </p:grpSpPr>
        <p:graphicFrame>
          <p:nvGraphicFramePr>
            <p:cNvPr id="32" name="Diagram 31">
              <a:extLst>
                <a:ext uri="{FF2B5EF4-FFF2-40B4-BE49-F238E27FC236}">
                  <a16:creationId xmlns:a16="http://schemas.microsoft.com/office/drawing/2014/main" id="{4ED6675E-C8C7-4B22-D65B-68E8975A925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12817493"/>
                </p:ext>
              </p:extLst>
            </p:nvPr>
          </p:nvGraphicFramePr>
          <p:xfrm>
            <a:off x="1543050" y="3913224"/>
            <a:ext cx="7032305" cy="153507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8" r:lo="rId19" r:qs="rId20" r:cs="rId21"/>
            </a:graphicData>
          </a:graphic>
        </p:graphicFrame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5F351A6-F53C-657B-4B53-18B0E43DF7DE}"/>
                </a:ext>
              </a:extLst>
            </p:cNvPr>
            <p:cNvCxnSpPr/>
            <p:nvPr/>
          </p:nvCxnSpPr>
          <p:spPr>
            <a:xfrm>
              <a:off x="5067300" y="3927645"/>
              <a:ext cx="0" cy="154923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41088BB-4F24-3081-2255-70B62FF76F2C}"/>
              </a:ext>
            </a:extLst>
          </p:cNvPr>
          <p:cNvGrpSpPr/>
          <p:nvPr/>
        </p:nvGrpSpPr>
        <p:grpSpPr>
          <a:xfrm>
            <a:off x="-15483768" y="4046086"/>
            <a:ext cx="5492750" cy="2267685"/>
            <a:chOff x="3174165" y="4072703"/>
            <a:chExt cx="5492750" cy="226768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964EC8-EC9B-6AEC-2B15-DAC1583E8474}"/>
                </a:ext>
              </a:extLst>
            </p:cNvPr>
            <p:cNvSpPr txBox="1"/>
            <p:nvPr/>
          </p:nvSpPr>
          <p:spPr>
            <a:xfrm>
              <a:off x="5588000" y="43688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IN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ED08561-F270-D310-9E14-8B307ED2FB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0" t="14570" r="1373" b="28895"/>
            <a:stretch/>
          </p:blipFill>
          <p:spPr bwMode="auto">
            <a:xfrm>
              <a:off x="3174165" y="4072703"/>
              <a:ext cx="5492750" cy="180086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8F7F4-A47E-9606-A1E6-5343F2728720}"/>
                </a:ext>
              </a:extLst>
            </p:cNvPr>
            <p:cNvSpPr txBox="1"/>
            <p:nvPr/>
          </p:nvSpPr>
          <p:spPr>
            <a:xfrm>
              <a:off x="4812497" y="6001834"/>
              <a:ext cx="29144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7: ResNet50 Architecture 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07A666B-8C0D-B5D2-4F42-545DEFB9FA2D}"/>
              </a:ext>
            </a:extLst>
          </p:cNvPr>
          <p:cNvGrpSpPr/>
          <p:nvPr/>
        </p:nvGrpSpPr>
        <p:grpSpPr>
          <a:xfrm>
            <a:off x="-15717761" y="3996523"/>
            <a:ext cx="4203065" cy="2398526"/>
            <a:chOff x="3684923" y="3892733"/>
            <a:chExt cx="4203065" cy="2398526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A0B80AA1-36FC-62C2-F918-DCE50676A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923" y="3892733"/>
              <a:ext cx="4203065" cy="219138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69EB358-EFAD-C606-6C9C-5D7BE6C2EB98}"/>
                </a:ext>
              </a:extLst>
            </p:cNvPr>
            <p:cNvSpPr txBox="1"/>
            <p:nvPr/>
          </p:nvSpPr>
          <p:spPr>
            <a:xfrm>
              <a:off x="4529348" y="5952705"/>
              <a:ext cx="31008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8: </a:t>
              </a:r>
              <a:r>
                <a:rPr lang="en-US" sz="16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Xception</a:t>
              </a:r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Architecture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3C9DB77-87A7-C740-73C9-BB0C5E88BBDD}"/>
              </a:ext>
            </a:extLst>
          </p:cNvPr>
          <p:cNvGrpSpPr/>
          <p:nvPr/>
        </p:nvGrpSpPr>
        <p:grpSpPr>
          <a:xfrm>
            <a:off x="-18362650" y="3932128"/>
            <a:ext cx="5731510" cy="2696572"/>
            <a:chOff x="3616640" y="3429000"/>
            <a:chExt cx="5731510" cy="2696572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16937ED-6907-1575-F19D-FC21D83F1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6640" y="3429000"/>
              <a:ext cx="5731510" cy="2235835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0F468E2-06E3-5672-C5B4-ECFE31FCA2F2}"/>
                </a:ext>
              </a:extLst>
            </p:cNvPr>
            <p:cNvSpPr txBox="1"/>
            <p:nvPr/>
          </p:nvSpPr>
          <p:spPr>
            <a:xfrm>
              <a:off x="4856480" y="5787018"/>
              <a:ext cx="3167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9: DenseNet201 Architecture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C015FD4-D25E-9380-C24B-2672704D9858}"/>
              </a:ext>
            </a:extLst>
          </p:cNvPr>
          <p:cNvGrpSpPr/>
          <p:nvPr/>
        </p:nvGrpSpPr>
        <p:grpSpPr>
          <a:xfrm>
            <a:off x="-19861494" y="4239432"/>
            <a:ext cx="5731510" cy="1881473"/>
            <a:chOff x="3338141" y="4046086"/>
            <a:chExt cx="5731510" cy="1881473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7AE129C0-CDD4-D602-E210-691BBAB6B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8141" y="4046086"/>
              <a:ext cx="5731510" cy="1577975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BCA0FB-73D4-A34F-A156-5944498443EB}"/>
                </a:ext>
              </a:extLst>
            </p:cNvPr>
            <p:cNvSpPr txBox="1"/>
            <p:nvPr/>
          </p:nvSpPr>
          <p:spPr>
            <a:xfrm>
              <a:off x="4815819" y="5589005"/>
              <a:ext cx="30263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10: </a:t>
              </a:r>
              <a:r>
                <a:rPr lang="en-US" sz="16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MobileNet</a:t>
              </a:r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Architecture</a:t>
              </a:r>
              <a:endPara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04821FC-7A04-7571-4383-96EA94E152EC}"/>
              </a:ext>
            </a:extLst>
          </p:cNvPr>
          <p:cNvGrpSpPr/>
          <p:nvPr/>
        </p:nvGrpSpPr>
        <p:grpSpPr>
          <a:xfrm>
            <a:off x="-7940562" y="5751549"/>
            <a:ext cx="7032305" cy="1563651"/>
            <a:chOff x="1543050" y="3913224"/>
            <a:chExt cx="7032305" cy="1563651"/>
          </a:xfrm>
        </p:grpSpPr>
        <p:graphicFrame>
          <p:nvGraphicFramePr>
            <p:cNvPr id="51" name="Diagram 50">
              <a:extLst>
                <a:ext uri="{FF2B5EF4-FFF2-40B4-BE49-F238E27FC236}">
                  <a16:creationId xmlns:a16="http://schemas.microsoft.com/office/drawing/2014/main" id="{3E454245-061F-130C-5C7C-DC71E5B1449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84527125"/>
                </p:ext>
              </p:extLst>
            </p:nvPr>
          </p:nvGraphicFramePr>
          <p:xfrm>
            <a:off x="1543050" y="3913224"/>
            <a:ext cx="7032305" cy="153507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46CE64-C08B-B05C-8FDC-353127B94332}"/>
                </a:ext>
              </a:extLst>
            </p:cNvPr>
            <p:cNvCxnSpPr/>
            <p:nvPr/>
          </p:nvCxnSpPr>
          <p:spPr>
            <a:xfrm>
              <a:off x="5067300" y="3927645"/>
              <a:ext cx="0" cy="154923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763B626-266D-EA2A-D8BA-189374AB385A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300144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59259E-6 L 0.89427 0.0053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14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81481E-6 L 0.25001 -2.22222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97" y="37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85924 0.01921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-4.81481E-6 L 0.48385 0.00047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93" y="2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1.23294 -0.0097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318" y="46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5937 -1.85185E-6 L 1.69127 -0.00671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589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385 0.00047 L 0.71953 0.00047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84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3281 0.00949 L 2.45989 -0.00023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54" y="-48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85185E-6 L 0.85925 0.01921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56" y="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5938 -1.85185E-6 L 1.69128 -0.00671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589" y="-347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1.54492 -0.04722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253" y="-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4479 -0.02801 L 2.73476 -0.02801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492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1.61693 -0.04931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846" y="-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168 -0.0301 L 2.72175 -0.00949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247" y="101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59259E-6 L 1.77122 -0.06181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555" y="-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77109 -0.0426 L 2.86106 -0.042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492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07407E-6 L 1.89414 -0.04722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714" y="-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9401 -0.02801 L 2.64779 -0.0252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422" y="-90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3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1953 0.00047 L 0.95703 -0.00509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75" y="-278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85185E-6 L 0.85924 0.01921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56" y="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5937 -1.85185E-6 L 1.69128 -0.00671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589" y="-347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3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5312 -0.00277 L 1.20312 -0.00277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4.81481E-6 L 1.17474 0.00602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737" y="301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 -0.49121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 animBg="1"/>
      <p:bldP spid="9" grpId="1" animBg="1"/>
      <p:bldP spid="9" grpId="2" animBg="1"/>
      <p:bldP spid="9" grpId="3" animBg="1"/>
      <p:bldP spid="9" grpId="4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06DF60-949A-422E-266A-4AF3C247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8775" y="6467621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12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2B8EB-D115-59E5-BB79-0E194F7081D7}"/>
              </a:ext>
            </a:extLst>
          </p:cNvPr>
          <p:cNvSpPr txBox="1"/>
          <p:nvPr/>
        </p:nvSpPr>
        <p:spPr>
          <a:xfrm>
            <a:off x="544880" y="352425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6600" b="1" u="sng" dirty="0">
              <a:effectLst>
                <a:outerShdw blurRad="88900" dist="38100" dir="2700000" algn="tl" rotWithShape="0">
                  <a:prstClr val="black">
                    <a:alpha val="25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0193E-C4EB-8226-1129-431109D9FB53}"/>
              </a:ext>
            </a:extLst>
          </p:cNvPr>
          <p:cNvSpPr txBox="1"/>
          <p:nvPr/>
        </p:nvSpPr>
        <p:spPr>
          <a:xfrm>
            <a:off x="-8158735" y="1639276"/>
            <a:ext cx="6573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Automatic Number Plate Recognition Model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7BEF91-17AA-A7CB-4A4C-925C228D88D0}"/>
              </a:ext>
            </a:extLst>
          </p:cNvPr>
          <p:cNvGrpSpPr/>
          <p:nvPr/>
        </p:nvGrpSpPr>
        <p:grpSpPr>
          <a:xfrm>
            <a:off x="-11169086" y="2285998"/>
            <a:ext cx="2114550" cy="2447925"/>
            <a:chOff x="1428750" y="2295525"/>
            <a:chExt cx="2390775" cy="226695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146B15-FA6D-182C-2449-FDDE416575B1}"/>
                </a:ext>
              </a:extLst>
            </p:cNvPr>
            <p:cNvSpPr txBox="1"/>
            <p:nvPr/>
          </p:nvSpPr>
          <p:spPr>
            <a:xfrm>
              <a:off x="1428750" y="3040691"/>
              <a:ext cx="23907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Loading Pre-trained </a:t>
              </a:r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mobilenet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-SSD object-detection model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F9C1C1-DFDC-A075-63DC-04E162D44003}"/>
                </a:ext>
              </a:extLst>
            </p:cNvPr>
            <p:cNvCxnSpPr/>
            <p:nvPr/>
          </p:nvCxnSpPr>
          <p:spPr>
            <a:xfrm>
              <a:off x="3819525" y="2295525"/>
              <a:ext cx="0" cy="226695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F2BF0B1-C2F2-4369-7BBE-70C0C2AC283B}"/>
              </a:ext>
            </a:extLst>
          </p:cNvPr>
          <p:cNvGrpSpPr/>
          <p:nvPr/>
        </p:nvGrpSpPr>
        <p:grpSpPr>
          <a:xfrm>
            <a:off x="-8925692" y="2285998"/>
            <a:ext cx="2114550" cy="2494995"/>
            <a:chOff x="1428750" y="2295525"/>
            <a:chExt cx="2390775" cy="231054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9CFB62A-7D93-442F-79AB-860353CB3085}"/>
                </a:ext>
              </a:extLst>
            </p:cNvPr>
            <p:cNvSpPr txBox="1"/>
            <p:nvPr/>
          </p:nvSpPr>
          <p:spPr>
            <a:xfrm>
              <a:off x="1428750" y="2297741"/>
              <a:ext cx="2390775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 Detection Pipeline Configuration with following </a:t>
              </a:r>
            </a:p>
            <a:p>
              <a:pPr algn="ctr"/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Hyper-Parameters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algn="ctr"/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Optimizer – Adam</a:t>
              </a:r>
            </a:p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Learning Rate – 0.07</a:t>
              </a:r>
            </a:p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No. of Steps - 8000 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B44E5BE-286B-47FB-29E4-BDBDE297B8BF}"/>
                </a:ext>
              </a:extLst>
            </p:cNvPr>
            <p:cNvCxnSpPr/>
            <p:nvPr/>
          </p:nvCxnSpPr>
          <p:spPr>
            <a:xfrm>
              <a:off x="3819525" y="2295525"/>
              <a:ext cx="0" cy="226695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8D8BE4F-33C4-B277-E316-ED6024369E0A}"/>
              </a:ext>
            </a:extLst>
          </p:cNvPr>
          <p:cNvGrpSpPr/>
          <p:nvPr/>
        </p:nvGrpSpPr>
        <p:grpSpPr>
          <a:xfrm>
            <a:off x="-6620386" y="2285997"/>
            <a:ext cx="2114550" cy="2447925"/>
            <a:chOff x="1428750" y="2295525"/>
            <a:chExt cx="2390775" cy="226695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7BDD8A-CCB3-8778-98A8-563BC2E2CD0B}"/>
                </a:ext>
              </a:extLst>
            </p:cNvPr>
            <p:cNvSpPr txBox="1"/>
            <p:nvPr/>
          </p:nvSpPr>
          <p:spPr>
            <a:xfrm>
              <a:off x="1428750" y="3040691"/>
              <a:ext cx="23907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of pre-trained model using given dataset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0B214AB-C664-99DE-7D74-582BA52E2586}"/>
                </a:ext>
              </a:extLst>
            </p:cNvPr>
            <p:cNvCxnSpPr/>
            <p:nvPr/>
          </p:nvCxnSpPr>
          <p:spPr>
            <a:xfrm>
              <a:off x="3819525" y="2295525"/>
              <a:ext cx="0" cy="226695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18C0D48-13BA-7BC5-8A55-E209D05D6DFD}"/>
              </a:ext>
            </a:extLst>
          </p:cNvPr>
          <p:cNvGrpSpPr/>
          <p:nvPr/>
        </p:nvGrpSpPr>
        <p:grpSpPr>
          <a:xfrm>
            <a:off x="-4458211" y="2310729"/>
            <a:ext cx="2114550" cy="2447925"/>
            <a:chOff x="1428750" y="2295525"/>
            <a:chExt cx="2390775" cy="226695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6CDBF4-6C83-E912-80C5-087A9D5E0C7F}"/>
                </a:ext>
              </a:extLst>
            </p:cNvPr>
            <p:cNvSpPr txBox="1"/>
            <p:nvPr/>
          </p:nvSpPr>
          <p:spPr>
            <a:xfrm>
              <a:off x="1428750" y="3040691"/>
              <a:ext cx="23907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Setting of detection threshold at 70% confidence score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A4628E-43A6-C404-5851-1D65E912D27B}"/>
                </a:ext>
              </a:extLst>
            </p:cNvPr>
            <p:cNvCxnSpPr/>
            <p:nvPr/>
          </p:nvCxnSpPr>
          <p:spPr>
            <a:xfrm>
              <a:off x="3819525" y="2295525"/>
              <a:ext cx="0" cy="226695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E7A913-9A08-C14E-8ACB-A72E590A3405}"/>
              </a:ext>
            </a:extLst>
          </p:cNvPr>
          <p:cNvGrpSpPr/>
          <p:nvPr/>
        </p:nvGrpSpPr>
        <p:grpSpPr>
          <a:xfrm>
            <a:off x="-2343661" y="2365208"/>
            <a:ext cx="2114550" cy="2447925"/>
            <a:chOff x="1428750" y="2295525"/>
            <a:chExt cx="2390775" cy="226695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B2454F-8625-E701-27BE-D75EC8FEE190}"/>
                </a:ext>
              </a:extLst>
            </p:cNvPr>
            <p:cNvSpPr txBox="1"/>
            <p:nvPr/>
          </p:nvSpPr>
          <p:spPr>
            <a:xfrm>
              <a:off x="1428750" y="3040691"/>
              <a:ext cx="23907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EasyOCR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implementation for text recognition &amp; extraction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4F4E087-13A1-B3EE-FDC5-1AE1CAA3037D}"/>
                </a:ext>
              </a:extLst>
            </p:cNvPr>
            <p:cNvCxnSpPr/>
            <p:nvPr/>
          </p:nvCxnSpPr>
          <p:spPr>
            <a:xfrm>
              <a:off x="3819525" y="2295525"/>
              <a:ext cx="0" cy="226695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B33638-BC47-9BC5-3BF9-B75515827B23}"/>
              </a:ext>
            </a:extLst>
          </p:cNvPr>
          <p:cNvGrpSpPr/>
          <p:nvPr/>
        </p:nvGrpSpPr>
        <p:grpSpPr>
          <a:xfrm>
            <a:off x="2573020" y="6941502"/>
            <a:ext cx="7161530" cy="1481231"/>
            <a:chOff x="2573020" y="4817427"/>
            <a:chExt cx="7161530" cy="1481231"/>
          </a:xfrm>
        </p:grpSpPr>
        <p:graphicFrame>
          <p:nvGraphicFramePr>
            <p:cNvPr id="24" name="Diagram 23">
              <a:extLst>
                <a:ext uri="{FF2B5EF4-FFF2-40B4-BE49-F238E27FC236}">
                  <a16:creationId xmlns:a16="http://schemas.microsoft.com/office/drawing/2014/main" id="{2292CEFD-BB9F-6ECC-56D8-C8AACF49E8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14198627"/>
                </p:ext>
              </p:extLst>
            </p:nvPr>
          </p:nvGraphicFramePr>
          <p:xfrm>
            <a:off x="2573020" y="4817427"/>
            <a:ext cx="7161530" cy="137382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F74028-8A70-58A4-C2CA-076CC55145F8}"/>
                </a:ext>
              </a:extLst>
            </p:cNvPr>
            <p:cNvSpPr txBox="1"/>
            <p:nvPr/>
          </p:nvSpPr>
          <p:spPr>
            <a:xfrm>
              <a:off x="4437598" y="5960104"/>
              <a:ext cx="33168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12: Proposed Model for ANPR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12A2820-B155-6B17-7803-4B04EB43A86E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7361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81481E-6 L 0.89427 0.0053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14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44444E-6 L 0.97318 0.0006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65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0.97187 0.00139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59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0.95625 0.00069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81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7.40741E-7 L 0.95313 0.00116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56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7037E-7 L 0.96953 -0.00255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77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0.00156 -0.29514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-14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85728D-B140-C0CA-9118-BDDAC095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162" y="6440327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13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A10F4-D102-8642-D0D6-C4689B81D530}"/>
              </a:ext>
            </a:extLst>
          </p:cNvPr>
          <p:cNvSpPr txBox="1"/>
          <p:nvPr/>
        </p:nvSpPr>
        <p:spPr>
          <a:xfrm>
            <a:off x="554210" y="417065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7F9FDA-DD7D-79F7-B47A-CAA1E2E98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402348"/>
              </p:ext>
            </p:extLst>
          </p:nvPr>
        </p:nvGraphicFramePr>
        <p:xfrm>
          <a:off x="2699722" y="7032986"/>
          <a:ext cx="7663477" cy="245854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39543">
                  <a:extLst>
                    <a:ext uri="{9D8B030D-6E8A-4147-A177-3AD203B41FA5}">
                      <a16:colId xmlns:a16="http://schemas.microsoft.com/office/drawing/2014/main" val="1798101578"/>
                    </a:ext>
                  </a:extLst>
                </a:gridCol>
                <a:gridCol w="1499715">
                  <a:extLst>
                    <a:ext uri="{9D8B030D-6E8A-4147-A177-3AD203B41FA5}">
                      <a16:colId xmlns:a16="http://schemas.microsoft.com/office/drawing/2014/main" val="3727836036"/>
                    </a:ext>
                  </a:extLst>
                </a:gridCol>
                <a:gridCol w="1458057">
                  <a:extLst>
                    <a:ext uri="{9D8B030D-6E8A-4147-A177-3AD203B41FA5}">
                      <a16:colId xmlns:a16="http://schemas.microsoft.com/office/drawing/2014/main" val="1094619539"/>
                    </a:ext>
                  </a:extLst>
                </a:gridCol>
                <a:gridCol w="1333081">
                  <a:extLst>
                    <a:ext uri="{9D8B030D-6E8A-4147-A177-3AD203B41FA5}">
                      <a16:colId xmlns:a16="http://schemas.microsoft.com/office/drawing/2014/main" val="2339234780"/>
                    </a:ext>
                  </a:extLst>
                </a:gridCol>
                <a:gridCol w="1333081">
                  <a:extLst>
                    <a:ext uri="{9D8B030D-6E8A-4147-A177-3AD203B41FA5}">
                      <a16:colId xmlns:a16="http://schemas.microsoft.com/office/drawing/2014/main" val="887149790"/>
                    </a:ext>
                  </a:extLst>
                </a:gridCol>
              </a:tblGrid>
              <a:tr h="1048018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b="1" u="sng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Architecture Used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b="1" u="sng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(in %)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b="1" u="sng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b="1" u="sng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b="1" u="sng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9701095"/>
                  </a:ext>
                </a:extLst>
              </a:tr>
              <a:tr h="330157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DenseNet201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94.25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0.9339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0.9312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0.9312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1827031"/>
                  </a:ext>
                </a:extLst>
              </a:tr>
              <a:tr h="338123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Xception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93.50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0.9273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0.9263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0.9265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9830842"/>
                  </a:ext>
                </a:extLst>
              </a:tr>
              <a:tr h="330157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93.50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0.9269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0.9250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0.9253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0977348"/>
                  </a:ext>
                </a:extLst>
              </a:tr>
              <a:tr h="412087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92.25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0.9318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0.9312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0.9312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78440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03916C-C388-45F0-BD1F-3B56782B3ADF}"/>
              </a:ext>
            </a:extLst>
          </p:cNvPr>
          <p:cNvSpPr txBox="1"/>
          <p:nvPr/>
        </p:nvSpPr>
        <p:spPr>
          <a:xfrm>
            <a:off x="2775857" y="9685175"/>
            <a:ext cx="7106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Performance Results for Individual Transfer Learning Approaches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C2046-5A1F-DF6F-FE0D-0BAC933F4BF1}"/>
              </a:ext>
            </a:extLst>
          </p:cNvPr>
          <p:cNvSpPr txBox="1"/>
          <p:nvPr/>
        </p:nvSpPr>
        <p:spPr>
          <a:xfrm>
            <a:off x="-8137233" y="1648313"/>
            <a:ext cx="6496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Automatic Number Plate </a:t>
            </a:r>
            <a:r>
              <a:rPr lang="en-US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RecognitionModel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F2637-3F0C-A1E6-B4E7-8CF1B72E4746}"/>
              </a:ext>
            </a:extLst>
          </p:cNvPr>
          <p:cNvSpPr txBox="1"/>
          <p:nvPr/>
        </p:nvSpPr>
        <p:spPr>
          <a:xfrm>
            <a:off x="-9272868" y="1578316"/>
            <a:ext cx="8801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Multiclass Classification of Roadside Surveillance Data Model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A03DE4-911F-6F25-81FB-195360C73138}"/>
              </a:ext>
            </a:extLst>
          </p:cNvPr>
          <p:cNvGrpSpPr/>
          <p:nvPr/>
        </p:nvGrpSpPr>
        <p:grpSpPr>
          <a:xfrm>
            <a:off x="-7679055" y="2416043"/>
            <a:ext cx="7608570" cy="3870790"/>
            <a:chOff x="2436495" y="2558918"/>
            <a:chExt cx="7608570" cy="387079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9E2858-6C52-D8E4-4454-5E5491C642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79" b="-937"/>
            <a:stretch/>
          </p:blipFill>
          <p:spPr bwMode="auto">
            <a:xfrm>
              <a:off x="4456175" y="2558918"/>
              <a:ext cx="3474720" cy="167576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173B0D7-5EAF-C2F3-FC14-3E6F59670C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280"/>
            <a:stretch/>
          </p:blipFill>
          <p:spPr bwMode="auto">
            <a:xfrm>
              <a:off x="2436495" y="4534434"/>
              <a:ext cx="3337560" cy="164973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65125E-74C3-BCF3-32E5-D86B609AF0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17"/>
            <a:stretch/>
          </p:blipFill>
          <p:spPr bwMode="auto">
            <a:xfrm>
              <a:off x="6528435" y="4466005"/>
              <a:ext cx="3516630" cy="169164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262BC2-0AEE-611C-5947-475E974DCCF5}"/>
                </a:ext>
              </a:extLst>
            </p:cNvPr>
            <p:cNvSpPr txBox="1"/>
            <p:nvPr/>
          </p:nvSpPr>
          <p:spPr>
            <a:xfrm>
              <a:off x="4921392" y="4158854"/>
              <a:ext cx="25442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13: Localisation Loss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FFDD3F-BD78-64BC-B6F1-267B0B4A8B3D}"/>
                </a:ext>
              </a:extLst>
            </p:cNvPr>
            <p:cNvSpPr txBox="1"/>
            <p:nvPr/>
          </p:nvSpPr>
          <p:spPr>
            <a:xfrm>
              <a:off x="3185417" y="6091154"/>
              <a:ext cx="19427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14: Total Loss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8851A5A-232E-A3D9-660A-93E92037A0C1}"/>
                </a:ext>
              </a:extLst>
            </p:cNvPr>
            <p:cNvSpPr txBox="1"/>
            <p:nvPr/>
          </p:nvSpPr>
          <p:spPr>
            <a:xfrm>
              <a:off x="7081746" y="6091154"/>
              <a:ext cx="2727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15: Regularisation Loss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364EDA4-79EF-0020-DF6D-9DD8E1C6C468}"/>
              </a:ext>
            </a:extLst>
          </p:cNvPr>
          <p:cNvGrpSpPr/>
          <p:nvPr/>
        </p:nvGrpSpPr>
        <p:grpSpPr>
          <a:xfrm>
            <a:off x="-15091584" y="2615433"/>
            <a:ext cx="10738658" cy="3447505"/>
            <a:chOff x="834216" y="2615433"/>
            <a:chExt cx="10738658" cy="344750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7AFA438-7E96-A51A-37B0-8593FBD3C6C8}"/>
                </a:ext>
              </a:extLst>
            </p:cNvPr>
            <p:cNvGrpSpPr/>
            <p:nvPr/>
          </p:nvGrpSpPr>
          <p:grpSpPr>
            <a:xfrm>
              <a:off x="834216" y="2647950"/>
              <a:ext cx="3385359" cy="3414988"/>
              <a:chOff x="3376022" y="2544313"/>
              <a:chExt cx="5336178" cy="3745359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F0FD3104-0BBF-E9DA-C097-72887E2778F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960"/>
              <a:stretch/>
            </p:blipFill>
            <p:spPr bwMode="auto">
              <a:xfrm>
                <a:off x="3479800" y="2544313"/>
                <a:ext cx="5232400" cy="3094990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E34358-4566-DC61-F6DE-1B3C11663AA9}"/>
                  </a:ext>
                </a:extLst>
              </p:cNvPr>
              <p:cNvSpPr txBox="1"/>
              <p:nvPr/>
            </p:nvSpPr>
            <p:spPr>
              <a:xfrm>
                <a:off x="3376022" y="5648325"/>
                <a:ext cx="5232398" cy="641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 16: Detected License Plate with Confidence Score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F414FC8-DE03-8960-419E-E49BE928581F}"/>
                </a:ext>
              </a:extLst>
            </p:cNvPr>
            <p:cNvGrpSpPr/>
            <p:nvPr/>
          </p:nvGrpSpPr>
          <p:grpSpPr>
            <a:xfrm>
              <a:off x="4435992" y="2615433"/>
              <a:ext cx="7113786" cy="3439592"/>
              <a:chOff x="5321815" y="2639724"/>
              <a:chExt cx="8073649" cy="3439592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CDBCAC4-D9A4-D194-AD41-FE97BE03F7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t="-1" r="-4103" b="6674"/>
              <a:stretch/>
            </p:blipFill>
            <p:spPr bwMode="auto">
              <a:xfrm>
                <a:off x="5321815" y="2639724"/>
                <a:ext cx="4013606" cy="2830213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2BC093-ADD1-8DF5-BC15-BF479428D157}"/>
                  </a:ext>
                </a:extLst>
              </p:cNvPr>
              <p:cNvSpPr txBox="1"/>
              <p:nvPr/>
            </p:nvSpPr>
            <p:spPr>
              <a:xfrm>
                <a:off x="5321815" y="5494541"/>
                <a:ext cx="398531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 17: Region of Interest &amp; coordinates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064F2CF-023F-1017-F786-597F699BC9C0}"/>
                  </a:ext>
                </a:extLst>
              </p:cNvPr>
              <p:cNvSpPr txBox="1"/>
              <p:nvPr/>
            </p:nvSpPr>
            <p:spPr>
              <a:xfrm>
                <a:off x="9410145" y="5494541"/>
                <a:ext cx="39853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 18: Extracted Text with OCR</a:t>
                </a:r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EDA68AC-FE55-835B-0301-CFC5EAE62A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861"/>
            <a:stretch/>
          </p:blipFill>
          <p:spPr bwMode="auto">
            <a:xfrm>
              <a:off x="7947503" y="2814929"/>
              <a:ext cx="3625371" cy="233553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E1D53147-F255-6519-A010-6B2ADA95C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246646"/>
              </p:ext>
            </p:extLst>
          </p:nvPr>
        </p:nvGraphicFramePr>
        <p:xfrm>
          <a:off x="751040" y="10425381"/>
          <a:ext cx="10689919" cy="37102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67543">
                  <a:extLst>
                    <a:ext uri="{9D8B030D-6E8A-4147-A177-3AD203B41FA5}">
                      <a16:colId xmlns:a16="http://schemas.microsoft.com/office/drawing/2014/main" val="1962654507"/>
                    </a:ext>
                  </a:extLst>
                </a:gridCol>
                <a:gridCol w="1823278">
                  <a:extLst>
                    <a:ext uri="{9D8B030D-6E8A-4147-A177-3AD203B41FA5}">
                      <a16:colId xmlns:a16="http://schemas.microsoft.com/office/drawing/2014/main" val="1905176388"/>
                    </a:ext>
                  </a:extLst>
                </a:gridCol>
                <a:gridCol w="1849560">
                  <a:extLst>
                    <a:ext uri="{9D8B030D-6E8A-4147-A177-3AD203B41FA5}">
                      <a16:colId xmlns:a16="http://schemas.microsoft.com/office/drawing/2014/main" val="1569478874"/>
                    </a:ext>
                  </a:extLst>
                </a:gridCol>
                <a:gridCol w="1874769">
                  <a:extLst>
                    <a:ext uri="{9D8B030D-6E8A-4147-A177-3AD203B41FA5}">
                      <a16:colId xmlns:a16="http://schemas.microsoft.com/office/drawing/2014/main" val="1963320265"/>
                    </a:ext>
                  </a:extLst>
                </a:gridCol>
                <a:gridCol w="1874769">
                  <a:extLst>
                    <a:ext uri="{9D8B030D-6E8A-4147-A177-3AD203B41FA5}">
                      <a16:colId xmlns:a16="http://schemas.microsoft.com/office/drawing/2014/main" val="1195928804"/>
                    </a:ext>
                  </a:extLst>
                </a:gridCol>
              </a:tblGrid>
              <a:tr h="655195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b="1" u="sng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technique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b="1" u="sng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Accuracy(in %)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b="1" u="sng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b="1" u="sng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b="1" u="sng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extLst>
                  <a:ext uri="{0D108BD9-81ED-4DB2-BD59-A6C34878D82A}">
                    <a16:rowId xmlns:a16="http://schemas.microsoft.com/office/drawing/2014/main" val="1083897430"/>
                  </a:ext>
                </a:extLst>
              </a:tr>
              <a:tr h="426624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 search for best weights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95.75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extLst>
                  <a:ext uri="{0D108BD9-81ED-4DB2-BD59-A6C34878D82A}">
                    <a16:rowId xmlns:a16="http://schemas.microsoft.com/office/drawing/2014/main" val="217789729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Stacking with Logistic Regression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95.625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extLst>
                  <a:ext uri="{0D108BD9-81ED-4DB2-BD59-A6C34878D82A}">
                    <a16:rowId xmlns:a16="http://schemas.microsoft.com/office/drawing/2014/main" val="120805079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Average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95.38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extLst>
                  <a:ext uri="{0D108BD9-81ED-4DB2-BD59-A6C34878D82A}">
                    <a16:rowId xmlns:a16="http://schemas.microsoft.com/office/drawing/2014/main" val="1951383818"/>
                  </a:ext>
                </a:extLst>
              </a:tr>
              <a:tr h="308932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95.25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extLst>
                  <a:ext uri="{0D108BD9-81ED-4DB2-BD59-A6C34878D82A}">
                    <a16:rowId xmlns:a16="http://schemas.microsoft.com/office/drawing/2014/main" val="401838687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 Validation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95.12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extLst>
                  <a:ext uri="{0D108BD9-81ED-4DB2-BD59-A6C34878D82A}">
                    <a16:rowId xmlns:a16="http://schemas.microsoft.com/office/drawing/2014/main" val="2206863389"/>
                  </a:ext>
                </a:extLst>
              </a:tr>
              <a:tr h="460354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Softmax on combined outputs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extLst>
                  <a:ext uri="{0D108BD9-81ED-4DB2-BD59-A6C34878D82A}">
                    <a16:rowId xmlns:a16="http://schemas.microsoft.com/office/drawing/2014/main" val="1808451806"/>
                  </a:ext>
                </a:extLst>
              </a:tr>
              <a:tr h="319612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Majority Voting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333" marR="30333" marT="0" marB="0"/>
                </a:tc>
                <a:extLst>
                  <a:ext uri="{0D108BD9-81ED-4DB2-BD59-A6C34878D82A}">
                    <a16:rowId xmlns:a16="http://schemas.microsoft.com/office/drawing/2014/main" val="1340616537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6374B0F-613F-A7CB-25D8-5589FDB3EC09}"/>
              </a:ext>
            </a:extLst>
          </p:cNvPr>
          <p:cNvSpPr txBox="1"/>
          <p:nvPr/>
        </p:nvSpPr>
        <p:spPr>
          <a:xfrm>
            <a:off x="3096014" y="14083629"/>
            <a:ext cx="6108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Performance Results of various Ensemble Learning Approaches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8C22AA8-074A-BBD1-BC10-65867763414E}"/>
              </a:ext>
            </a:extLst>
          </p:cNvPr>
          <p:cNvGrpSpPr/>
          <p:nvPr/>
        </p:nvGrpSpPr>
        <p:grpSpPr>
          <a:xfrm>
            <a:off x="1875322" y="8458450"/>
            <a:ext cx="8945077" cy="3933862"/>
            <a:chOff x="2058921" y="2461307"/>
            <a:chExt cx="8945077" cy="393386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9736E5C-B664-03A2-7FD4-0FAE531CBA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54" b="3858"/>
            <a:stretch/>
          </p:blipFill>
          <p:spPr bwMode="auto">
            <a:xfrm>
              <a:off x="6185972" y="2498137"/>
              <a:ext cx="2015490" cy="169164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A7BF096-5236-9265-DB34-AE821EA306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101" b="6209"/>
            <a:stretch/>
          </p:blipFill>
          <p:spPr bwMode="auto">
            <a:xfrm>
              <a:off x="4188262" y="2461307"/>
              <a:ext cx="1964690" cy="172720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A6259D4-EECC-9830-ABE6-8E5D93CB3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8582" y="4302172"/>
              <a:ext cx="1950720" cy="1754505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F908FE2-2CC3-DEDC-F18A-348DF99DF8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6873" b="-3640"/>
            <a:stretch/>
          </p:blipFill>
          <p:spPr bwMode="auto">
            <a:xfrm>
              <a:off x="6222167" y="4330112"/>
              <a:ext cx="1969770" cy="178308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B75F782-BF23-BD16-B3E9-E61736216F53}"/>
                </a:ext>
              </a:extLst>
            </p:cNvPr>
            <p:cNvSpPr txBox="1"/>
            <p:nvPr/>
          </p:nvSpPr>
          <p:spPr>
            <a:xfrm>
              <a:off x="2058921" y="6056615"/>
              <a:ext cx="89450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 19: Predicted Samples of Proposed Multiclass Classification of Roadside Surveillance Data Model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9437597-B59A-9CC5-B1C4-B3F6B11F86EA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344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1435 L 0.89427 -0.0090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14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0.86302 0.0004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15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172 0.00695 L 1.65287 0.00301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57" y="-20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11111E-6 L 1.2974 0.01065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870" y="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1472 0.00949 L 2.27318 0.00764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17" y="-9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9505 0.00533 L 1.79713 0.00533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04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0.89427 0.00532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14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7 L -0.00183 -0.562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281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7 L -0.00104 -0.53426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64 -0.56968 L 2.91667E-6 0.25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39907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-0.53426 L -6.25E-7 0.25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3919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.01602 -1.22153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4" y="-6108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7.40741E-7 L 0.01367 -1.17338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-5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02 -1.22153 L 0 0.25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01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67 -1.17338 L 2.91667E-6 0.25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" y="70579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11111E-6 L -0.00182 -0.86597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4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9" grpId="0"/>
      <p:bldP spid="35" grpId="0"/>
      <p:bldP spid="3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D0C756-A3A0-DCFE-E02A-AA31DCE2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8775" y="6467621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14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E5381-5764-5133-89AC-310BB3127CDA}"/>
              </a:ext>
            </a:extLst>
          </p:cNvPr>
          <p:cNvSpPr txBox="1"/>
          <p:nvPr/>
        </p:nvSpPr>
        <p:spPr>
          <a:xfrm>
            <a:off x="554210" y="417065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98BD4-F70B-40EE-65DB-12F023799A2F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F8431B-D592-202D-1911-952B5B235CD3}"/>
              </a:ext>
            </a:extLst>
          </p:cNvPr>
          <p:cNvGrpSpPr/>
          <p:nvPr/>
        </p:nvGrpSpPr>
        <p:grpSpPr>
          <a:xfrm>
            <a:off x="797010" y="1991142"/>
            <a:ext cx="10632990" cy="3199826"/>
            <a:chOff x="797010" y="1991142"/>
            <a:chExt cx="10632990" cy="319982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76D872A-BA5F-A4FD-ACA9-FF0722112E74}"/>
                </a:ext>
              </a:extLst>
            </p:cNvPr>
            <p:cNvGrpSpPr/>
            <p:nvPr/>
          </p:nvGrpSpPr>
          <p:grpSpPr>
            <a:xfrm>
              <a:off x="2438886" y="3166422"/>
              <a:ext cx="8709052" cy="1171177"/>
              <a:chOff x="-8886339" y="1881951"/>
              <a:chExt cx="8709052" cy="1171177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467E9A-98AC-EF7D-9BCC-99429154ACD1}"/>
                  </a:ext>
                </a:extLst>
              </p:cNvPr>
              <p:cNvSpPr txBox="1"/>
              <p:nvPr/>
            </p:nvSpPr>
            <p:spPr>
              <a:xfrm>
                <a:off x="-8886339" y="1881951"/>
                <a:ext cx="237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44F504-9559-CA6E-4043-13D53B3455D8}"/>
                  </a:ext>
                </a:extLst>
              </p:cNvPr>
              <p:cNvSpPr txBox="1"/>
              <p:nvPr/>
            </p:nvSpPr>
            <p:spPr>
              <a:xfrm>
                <a:off x="-2551887" y="2683796"/>
                <a:ext cx="237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ED281D-0C9E-E4C1-10EA-BE4A54DA7335}"/>
                </a:ext>
              </a:extLst>
            </p:cNvPr>
            <p:cNvSpPr txBox="1"/>
            <p:nvPr/>
          </p:nvSpPr>
          <p:spPr>
            <a:xfrm>
              <a:off x="5447345" y="3074089"/>
              <a:ext cx="19311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Scope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FEAA81-4413-2CC9-043F-778E7FEFB21E}"/>
                </a:ext>
              </a:extLst>
            </p:cNvPr>
            <p:cNvSpPr txBox="1"/>
            <p:nvPr/>
          </p:nvSpPr>
          <p:spPr>
            <a:xfrm>
              <a:off x="797010" y="3990639"/>
              <a:ext cx="1063298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Performance of the given ANPR model can be made more suitable for implementation on surveillance cameras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Performance of Proposed Multiclass Classification model can be more optimised by using Video data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IN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3A1377-1B9F-C920-CD03-C3B8B2106439}"/>
                </a:ext>
              </a:extLst>
            </p:cNvPr>
            <p:cNvSpPr txBox="1"/>
            <p:nvPr/>
          </p:nvSpPr>
          <p:spPr>
            <a:xfrm>
              <a:off x="1245368" y="3294960"/>
              <a:ext cx="5806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IN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DB875C-1DFB-06FD-8064-C887735F74C1}"/>
                </a:ext>
              </a:extLst>
            </p:cNvPr>
            <p:cNvSpPr txBox="1"/>
            <p:nvPr/>
          </p:nvSpPr>
          <p:spPr>
            <a:xfrm>
              <a:off x="797011" y="1991142"/>
              <a:ext cx="1063298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ANPR model demonstrates satisfactory results in detection &amp; recognition of Number Plates from images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IN" dirty="0">
                  <a:effectLst>
                    <a:outerShdw blurRad="88900" dist="38100" dir="2700000" algn="tl" rotWithShape="0">
                      <a:prstClr val="black">
                        <a:alpha val="25000"/>
                      </a:prst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Model Demonstrates high performance in Multi-Class Classification of Roadside Surveillance Data</a:t>
              </a:r>
            </a:p>
            <a:p>
              <a:pPr algn="just"/>
              <a:endParaRPr lang="en-IN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endParaRPr lang="en-IN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52780244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CB988-7F0A-1992-348F-5D0E836A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166" y="6440329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15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652237-EC44-F9E6-9058-9B2D8EAE2B29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CDA68-FEFB-04EC-941E-93BC0018F5E9}"/>
              </a:ext>
            </a:extLst>
          </p:cNvPr>
          <p:cNvSpPr txBox="1"/>
          <p:nvPr/>
        </p:nvSpPr>
        <p:spPr>
          <a:xfrm>
            <a:off x="3890941" y="2967335"/>
            <a:ext cx="4410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8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4B9F44-0A0E-8086-5120-C9180EFD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6840" y="6508750"/>
            <a:ext cx="2743200" cy="365125"/>
          </a:xfrm>
        </p:spPr>
        <p:txBody>
          <a:bodyPr/>
          <a:lstStyle/>
          <a:p>
            <a:fld id="{B1725B31-451D-48D5-AC40-C3362E620B76}" type="slidenum">
              <a:rPr lang="en-IN" b="1" smtClean="0">
                <a:solidFill>
                  <a:schemeClr val="tx1"/>
                </a:solidFill>
              </a:rPr>
              <a:t>16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A61662-420E-CA26-5F0A-AC13BF73A9F4}"/>
              </a:ext>
            </a:extLst>
          </p:cNvPr>
          <p:cNvSpPr/>
          <p:nvPr/>
        </p:nvSpPr>
        <p:spPr>
          <a:xfrm>
            <a:off x="490025" y="390379"/>
            <a:ext cx="11211951" cy="60772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7007D0-3FEF-78CD-46A4-625CC007463E}"/>
              </a:ext>
            </a:extLst>
          </p:cNvPr>
          <p:cNvSpPr txBox="1"/>
          <p:nvPr/>
        </p:nvSpPr>
        <p:spPr>
          <a:xfrm>
            <a:off x="554210" y="417065"/>
            <a:ext cx="111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u="sng" dirty="0">
                <a:effectLst>
                  <a:outerShdw blurRad="889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316AF-A279-5FAE-21F0-61C9F7F35062}"/>
              </a:ext>
            </a:extLst>
          </p:cNvPr>
          <p:cNvSpPr txBox="1"/>
          <p:nvPr/>
        </p:nvSpPr>
        <p:spPr>
          <a:xfrm>
            <a:off x="499356" y="1763642"/>
            <a:ext cx="111664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Tx/>
              <a:buAutoNum type="arabicParenR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Avazov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Kuldoshbay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"Fire detection method in smart city environments using a deep-learning-based approach." Electronics 11.1 (2021): 73. </a:t>
            </a:r>
          </a:p>
          <a:p>
            <a:pPr marL="342900" indent="-342900" algn="just">
              <a:buAutoNum type="arabi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Robles-Serrano, Sergio, German Sanchez-Torres, and John Branch-Bedoya. "Automatic detection of traffic accidents from video using deep learning techniques." Computers 10.11 (2021): 148. </a:t>
            </a:r>
          </a:p>
          <a:p>
            <a:pPr marL="342900" indent="-342900" algn="just">
              <a:buAutoNum type="arabi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Tamagusko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Tiago, et al. "Deep learning applied to road accident detection with transfer learning and synthetic images." Transportation research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procedia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64 (2022): 90-97. </a:t>
            </a:r>
          </a:p>
          <a:p>
            <a:pPr marL="342900" indent="-342900" algn="just">
              <a:buAutoNum type="arabi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Agarwal, Nimish, et al. "Camera-based smart traffic state detection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deep learning models." 2021 International Conference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(COMSNETS). IEEE, 2021</a:t>
            </a:r>
          </a:p>
          <a:p>
            <a:pPr marL="342900" indent="-342900" algn="just">
              <a:buAutoNum type="arabi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Kumarmangal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Automated Precise Authentication of Vehicles for Enhancing the Visual Security Protocols." Information 14.8 (2023): 466. </a:t>
            </a:r>
          </a:p>
          <a:p>
            <a:pPr marL="342900" indent="-342900" algn="just">
              <a:buAutoNum type="arabi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80438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1983</TotalTime>
  <Words>1765</Words>
  <Application>Microsoft Office PowerPoint</Application>
  <PresentationFormat>Widescreen</PresentationFormat>
  <Paragraphs>336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“Deep Learning Approach for Roadside Surveillance”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“Deep Learning Approach for Roadside Surveillance”</dc:title>
  <dc:creator>Soumodeep Biswash</dc:creator>
  <cp:lastModifiedBy>Soumodeep Biswash</cp:lastModifiedBy>
  <cp:revision>75</cp:revision>
  <dcterms:created xsi:type="dcterms:W3CDTF">2023-12-03T07:25:16Z</dcterms:created>
  <dcterms:modified xsi:type="dcterms:W3CDTF">2024-07-24T07:07:55Z</dcterms:modified>
</cp:coreProperties>
</file>